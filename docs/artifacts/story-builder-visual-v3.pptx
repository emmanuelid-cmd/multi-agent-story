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Inter" panose="020B0604020202020204" charset="0"/>
      <p:regular r:id="rId13"/>
      <p:bold r:id="rId14"/>
    </p:embeddedFont>
    <p:embeddedFont>
      <p:font typeface="Inter Medium" panose="020B0604020202020204" charset="0"/>
      <p:regular r:id="rId15"/>
    </p:embeddedFont>
    <p:embeddedFont>
      <p:font typeface="Inter SemiBold" panose="020B0604020202020204"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07"/>
    <p:restoredTop sz="92758"/>
  </p:normalViewPr>
  <p:slideViewPr>
    <p:cSldViewPr snapToGrid="0">
      <p:cViewPr>
        <p:scale>
          <a:sx n="50" d="100"/>
          <a:sy n="50" d="100"/>
        </p:scale>
        <p:origin x="952" y="2120"/>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De Jesus" userId="0f469734c9ba76ef" providerId="LiveId" clId="{49CFF232-A5C2-414D-B289-A152870CDFAD}"/>
    <pc:docChg chg="custSel modSld">
      <pc:chgData name="Emmanuel De Jesus" userId="0f469734c9ba76ef" providerId="LiveId" clId="{49CFF232-A5C2-414D-B289-A152870CDFAD}" dt="2026-10-26T14:25:22.163" v="9" actId="20577"/>
      <pc:docMkLst>
        <pc:docMk/>
      </pc:docMkLst>
      <pc:sldChg chg="modNotes">
        <pc:chgData name="Emmanuel De Jesus" userId="0f469734c9ba76ef" providerId="LiveId" clId="{49CFF232-A5C2-414D-B289-A152870CDFAD}" dt="2026-10-26T14:25:21.999" v="0" actId="20577"/>
        <pc:sldMkLst>
          <pc:docMk/>
          <pc:sldMk cId="4223438436" sldId="256"/>
        </pc:sldMkLst>
      </pc:sldChg>
      <pc:sldChg chg="modNotes">
        <pc:chgData name="Emmanuel De Jesus" userId="0f469734c9ba76ef" providerId="LiveId" clId="{49CFF232-A5C2-414D-B289-A152870CDFAD}" dt="2026-10-26T14:25:22.022" v="1" actId="20577"/>
        <pc:sldMkLst>
          <pc:docMk/>
          <pc:sldMk cId="3138458470" sldId="257"/>
        </pc:sldMkLst>
      </pc:sldChg>
      <pc:sldChg chg="modNotes">
        <pc:chgData name="Emmanuel De Jesus" userId="0f469734c9ba76ef" providerId="LiveId" clId="{49CFF232-A5C2-414D-B289-A152870CDFAD}" dt="2026-10-26T14:25:22.042" v="2" actId="20577"/>
        <pc:sldMkLst>
          <pc:docMk/>
          <pc:sldMk cId="3538808248" sldId="258"/>
        </pc:sldMkLst>
      </pc:sldChg>
      <pc:sldChg chg="modNotes">
        <pc:chgData name="Emmanuel De Jesus" userId="0f469734c9ba76ef" providerId="LiveId" clId="{49CFF232-A5C2-414D-B289-A152870CDFAD}" dt="2026-10-26T14:25:22.060" v="3" actId="20577"/>
        <pc:sldMkLst>
          <pc:docMk/>
          <pc:sldMk cId="1586448606" sldId="259"/>
        </pc:sldMkLst>
      </pc:sldChg>
      <pc:sldChg chg="modNotes">
        <pc:chgData name="Emmanuel De Jesus" userId="0f469734c9ba76ef" providerId="LiveId" clId="{49CFF232-A5C2-414D-B289-A152870CDFAD}" dt="2026-10-26T14:25:22.075" v="4" actId="20577"/>
        <pc:sldMkLst>
          <pc:docMk/>
          <pc:sldMk cId="2888364737" sldId="260"/>
        </pc:sldMkLst>
      </pc:sldChg>
      <pc:sldChg chg="modNotes">
        <pc:chgData name="Emmanuel De Jesus" userId="0f469734c9ba76ef" providerId="LiveId" clId="{49CFF232-A5C2-414D-B289-A152870CDFAD}" dt="2026-10-26T14:25:22.090" v="5" actId="20577"/>
        <pc:sldMkLst>
          <pc:docMk/>
          <pc:sldMk cId="1708000359" sldId="261"/>
        </pc:sldMkLst>
      </pc:sldChg>
      <pc:sldChg chg="modNotes">
        <pc:chgData name="Emmanuel De Jesus" userId="0f469734c9ba76ef" providerId="LiveId" clId="{49CFF232-A5C2-414D-B289-A152870CDFAD}" dt="2026-10-26T14:25:22.112" v="6" actId="20577"/>
        <pc:sldMkLst>
          <pc:docMk/>
          <pc:sldMk cId="2561311562" sldId="262"/>
        </pc:sldMkLst>
      </pc:sldChg>
      <pc:sldChg chg="modNotes">
        <pc:chgData name="Emmanuel De Jesus" userId="0f469734c9ba76ef" providerId="LiveId" clId="{49CFF232-A5C2-414D-B289-A152870CDFAD}" dt="2026-10-26T14:25:22.127" v="7" actId="20577"/>
        <pc:sldMkLst>
          <pc:docMk/>
          <pc:sldMk cId="980368084" sldId="263"/>
        </pc:sldMkLst>
      </pc:sldChg>
      <pc:sldChg chg="modNotes">
        <pc:chgData name="Emmanuel De Jesus" userId="0f469734c9ba76ef" providerId="LiveId" clId="{49CFF232-A5C2-414D-B289-A152870CDFAD}" dt="2026-10-26T14:25:22.145" v="8" actId="20577"/>
        <pc:sldMkLst>
          <pc:docMk/>
          <pc:sldMk cId="174001265" sldId="264"/>
        </pc:sldMkLst>
      </pc:sldChg>
      <pc:sldChg chg="modNotes">
        <pc:chgData name="Emmanuel De Jesus" userId="0f469734c9ba76ef" providerId="LiveId" clId="{49CFF232-A5C2-414D-B289-A152870CDFAD}" dt="2026-10-26T14:25:22.163" v="9" actId="20577"/>
        <pc:sldMkLst>
          <pc:docMk/>
          <pc:sldMk cId="981146405"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12 are proposed agent instances, including the shared Coordinator / Showrunner. This is an architecture illustration, not a live product run.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2705986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animated light is an illustration. Human gates pause the route. Current implementation does not establish a fully live twelve-instance flow.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2</a:t>
            </a:fld>
            <a:endParaRPr lang="en-US"/>
          </a:p>
        </p:txBody>
      </p:sp>
    </p:spTree>
    <p:extLst>
      <p:ext uri="{BB962C8B-B14F-4D97-AF65-F5344CB8AC3E}">
        <p14:creationId xmlns:p14="http://schemas.microsoft.com/office/powerpoint/2010/main" val="272812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Intake belongs to the shared Coordinator; it does not add a thirteenth agent. Premise and genre are requested, while other details are optional.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3</a:t>
            </a:fld>
            <a:endParaRPr lang="en-US"/>
          </a:p>
        </p:txBody>
      </p:sp>
    </p:spTree>
    <p:extLst>
      <p:ext uri="{BB962C8B-B14F-4D97-AF65-F5344CB8AC3E}">
        <p14:creationId xmlns:p14="http://schemas.microsoft.com/office/powerpoint/2010/main" val="3008122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Provider metadata, permitted text observations, interpretation, and writer choices remain separate. Partial provider results alone cannot open the dossier gate.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4</a:t>
            </a:fld>
            <a:endParaRPr lang="en-US"/>
          </a:p>
        </p:txBody>
      </p:sp>
    </p:spTree>
    <p:extLst>
      <p:ext uri="{BB962C8B-B14F-4D97-AF65-F5344CB8AC3E}">
        <p14:creationId xmlns:p14="http://schemas.microsoft.com/office/powerpoint/2010/main" val="1094639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Planning output is candidate material. A specific bible version and beats require explicit writer approval before writer tasks are dispatched.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5</a:t>
            </a:fld>
            <a:endParaRPr lang="en-US"/>
          </a:p>
        </p:txBody>
      </p:sp>
    </p:spTree>
    <p:extLst>
      <p:ext uri="{BB962C8B-B14F-4D97-AF65-F5344CB8AC3E}">
        <p14:creationId xmlns:p14="http://schemas.microsoft.com/office/powerpoint/2010/main" val="906705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barrier opens only when all three indexed chapter outputs are valid. Completion order does not determine manuscript order.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6</a:t>
            </a:fld>
            <a:endParaRPr lang="en-US"/>
          </a:p>
        </p:txBody>
      </p:sp>
    </p:spTree>
    <p:extLst>
      <p:ext uri="{BB962C8B-B14F-4D97-AF65-F5344CB8AC3E}">
        <p14:creationId xmlns:p14="http://schemas.microsoft.com/office/powerpoint/2010/main" val="2685955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Top-level fields are task, userInstructions, sourceReferences, completeness, and version. A semantic rejection allows one Reader content repair; unresolved failure pauses the branch.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7</a:t>
            </a:fld>
            <a:endParaRPr lang="en-US"/>
          </a:p>
        </p:txBody>
      </p:sp>
    </p:spTree>
    <p:extLst>
      <p:ext uri="{BB962C8B-B14F-4D97-AF65-F5344CB8AC3E}">
        <p14:creationId xmlns:p14="http://schemas.microsoft.com/office/powerpoint/2010/main" val="2658887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Critic/Editor is one combined instance. The same Consistency instance runs separate checks for proposal A and B; stale reports cannot certify changed content.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8</a:t>
            </a:fld>
            <a:endParaRPr lang="en-US"/>
          </a:p>
        </p:txBody>
      </p:sp>
    </p:spTree>
    <p:extLst>
      <p:ext uri="{BB962C8B-B14F-4D97-AF65-F5344CB8AC3E}">
        <p14:creationId xmlns:p14="http://schemas.microsoft.com/office/powerpoint/2010/main" val="2753195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Acceptance is an authenticated application action against the current base version. Revision never silently changes approved bible facts.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9</a:t>
            </a:fld>
            <a:endParaRPr lang="en-US"/>
          </a:p>
        </p:txBody>
      </p:sp>
    </p:spTree>
    <p:extLst>
      <p:ext uri="{BB962C8B-B14F-4D97-AF65-F5344CB8AC3E}">
        <p14:creationId xmlns:p14="http://schemas.microsoft.com/office/powerpoint/2010/main" val="350718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partial or failed branch is not presented as fully verified. This deck is design documentation, not evidence of production readiness or publication. Current status: one synthetic web intake POST returned HTTP 200/analyzed with 10 observations and 5 suggestions in 21.943 seconds after one rejected grounding result and repair. This is a functional check, not a reliability benchmark. The CLI READ runtime completed four live calls with synthetic providers and WRITE fixtures. New web intake is not connected to an accepted live research dossier, so planning remains blocked. Motion illustrates the proposed workflow, not live telemetry. Human approval is an authenticated application action, not an automatic animation event.</a:t>
            </a:r>
          </a:p>
        </p:txBody>
      </p:sp>
      <p:sp>
        <p:nvSpPr>
          <p:cNvPr id="4" name="Slide Number Placeholder 3"/>
          <p:cNvSpPr>
            <a:spLocks noGrp="1"/>
          </p:cNvSpPr>
          <p:nvPr>
            <p:ph type="sldNum" sz="quarter" idx="5"/>
          </p:nvPr>
        </p:nvSpPr>
        <p:spPr/>
        <p:txBody>
          <a:bodyPr/>
          <a:lstStyle/>
          <a:p>
            <a:fld id="{F9AAA0A2-FFE2-354C-9768-C35E42B6251D}" type="slidenum">
              <a:rPr lang="en-US" smtClean="0"/>
              <a:t>10</a:t>
            </a:fld>
            <a:endParaRPr lang="en-US"/>
          </a:p>
        </p:txBody>
      </p:sp>
    </p:spTree>
    <p:extLst>
      <p:ext uri="{BB962C8B-B14F-4D97-AF65-F5344CB8AC3E}">
        <p14:creationId xmlns:p14="http://schemas.microsoft.com/office/powerpoint/2010/main" val="530187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solidFill>
                  <a:schemeClr val="accent1"/>
                </a:solidFill>
                <a:latin typeface="Inter SemiBold" panose="02000503000000020004" pitchFamily="2" charset="0"/>
                <a:ea typeface="Inter SemiBold" panose="0200050300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952"/>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331B65-2BC1-F2EF-0E28-59D427D9FD32}"/>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18BBC62C-6481-232B-7AA8-54753CB318EF}"/>
              </a:ext>
            </a:extLst>
          </p:cNvPr>
          <p:cNvSpPr>
            <a:spLocks noGrp="1"/>
          </p:cNvSpPr>
          <p:nvPr>
            <p:ph type="sldNum" sz="quarter" idx="11"/>
          </p:nvPr>
        </p:nvSpPr>
        <p:spPr/>
        <p:txBody>
          <a:body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3363864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 id="2147483660" r:id="rId11"/>
  </p:sldLayoutIdLst>
  <p:hf hdr="0" dt="0"/>
  <p:txStyles>
    <p:titleStyle>
      <a:lvl1pPr algn="l" defTabSz="914400" rtl="0" eaLnBrk="1" latinLnBrk="0" hangingPunct="1">
        <a:lnSpc>
          <a:spcPct val="90000"/>
        </a:lnSpc>
        <a:spcBef>
          <a:spcPct val="0"/>
        </a:spcBef>
        <a:buNone/>
        <a:defRPr sz="2900" b="0" i="0" kern="1200">
          <a:solidFill>
            <a:schemeClr val="tx1"/>
          </a:solidFill>
          <a:latin typeface="Inter Medium" panose="02000503000000020004" pitchFamily="2" charset="0"/>
          <a:ea typeface="Inter Medium" panose="02000503000000020004"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10.xml"/><Relationship Id="rId3" Type="http://schemas.openxmlformats.org/officeDocument/2006/relationships/slide" Target="slide1.xml"/><Relationship Id="rId7" Type="http://schemas.openxmlformats.org/officeDocument/2006/relationships/slide" Target="slide4.xml"/><Relationship Id="rId12"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3.svg"/><Relationship Id="rId11" Type="http://schemas.openxmlformats.org/officeDocument/2006/relationships/slide" Target="slide8.xml"/><Relationship Id="rId5" Type="http://schemas.openxmlformats.org/officeDocument/2006/relationships/slide" Target="slide3.xml"/><Relationship Id="rId10" Type="http://schemas.openxmlformats.org/officeDocument/2006/relationships/slide" Target="slide7.xml"/><Relationship Id="rId4" Type="http://schemas.openxmlformats.org/officeDocument/2006/relationships/slide" Target="slide2.xml"/><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slide" Target="slide5.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slide" Target="slide6.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slide" Target="slide7.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slide" Target="slide8.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slide" Target="slide9.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slide" Target="slide7.xml"/><Relationship Id="rId5" Type="http://schemas.openxmlformats.org/officeDocument/2006/relationships/slide" Target="slide10.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name="Visual 1 hero-flow">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08FCF5-F5B3-D3BF-2FF7-27F2307E06A8}"/>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2C07E6E8-B4A9-6650-A6D7-BB7BE267DF8E}"/>
              </a:ext>
            </a:extLst>
          </p:cNvPr>
          <p:cNvSpPr>
            <a:spLocks noGrp="1"/>
          </p:cNvSpPr>
          <p:nvPr>
            <p:ph type="sldNum" sz="quarter" idx="11"/>
          </p:nvPr>
        </p:nvSpPr>
        <p:spPr/>
        <p:txBody>
          <a:bodyPr/>
          <a:lstStyle/>
          <a:p>
            <a:fld id="{8574A810-7A8E-054F-9F6B-09E9C694ECF9}" type="slidenum">
              <a:rPr lang="en-US" smtClean="0"/>
              <a:pPr/>
              <a:t>1</a:t>
            </a:fld>
            <a:endParaRPr lang="en-US" sz="1100" dirty="0"/>
          </a:p>
        </p:txBody>
      </p:sp>
      <p:sp>
        <p:nvSpPr>
          <p:cNvPr id="4" name="Rectangle 3">
            <a:extLst>
              <a:ext uri="{FF2B5EF4-FFF2-40B4-BE49-F238E27FC236}">
                <a16:creationId xmlns:a16="http://schemas.microsoft.com/office/drawing/2014/main" id="{EDDC09D6-AB75-5651-03C9-705A64D502E0}"/>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B173C9A6-66E2-67FD-C202-957F33E8255B}"/>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6" name="TextBox 5">
            <a:hlinkClick r:id="rId3" action="ppaction://hlinksldjump"/>
            <a:extLst>
              <a:ext uri="{FF2B5EF4-FFF2-40B4-BE49-F238E27FC236}">
                <a16:creationId xmlns:a16="http://schemas.microsoft.com/office/drawing/2014/main" id="{E7FDE578-4B34-C723-794C-BED4C4F5DF02}"/>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7" name="TextBox 6">
            <a:hlinkClick r:id="rId3" action="ppaction://hlinksldjump"/>
            <a:extLst>
              <a:ext uri="{FF2B5EF4-FFF2-40B4-BE49-F238E27FC236}">
                <a16:creationId xmlns:a16="http://schemas.microsoft.com/office/drawing/2014/main" id="{AD1F0B84-DF03-9AF9-A057-F1773F8D11B0}"/>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8" name="TextBox 7">
            <a:extLst>
              <a:ext uri="{FF2B5EF4-FFF2-40B4-BE49-F238E27FC236}">
                <a16:creationId xmlns:a16="http://schemas.microsoft.com/office/drawing/2014/main" id="{5227E0F9-5D9E-DDD9-615E-FDD9D4A71839}"/>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01</a:t>
            </a:r>
          </a:p>
        </p:txBody>
      </p:sp>
      <p:sp>
        <p:nvSpPr>
          <p:cNvPr id="9" name="TextBox 8">
            <a:extLst>
              <a:ext uri="{FF2B5EF4-FFF2-40B4-BE49-F238E27FC236}">
                <a16:creationId xmlns:a16="http://schemas.microsoft.com/office/drawing/2014/main" id="{E2C7D1B3-503C-DA01-AEBD-84C3601E5C63}"/>
              </a:ext>
            </a:extLst>
          </p:cNvPr>
          <p:cNvSpPr txBox="1"/>
          <p:nvPr/>
        </p:nvSpPr>
        <p:spPr>
          <a:xfrm>
            <a:off x="596900" y="558800"/>
            <a:ext cx="5715000" cy="3048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STORY BUILDER / V3</a:t>
            </a:r>
          </a:p>
        </p:txBody>
      </p:sp>
      <p:sp>
        <p:nvSpPr>
          <p:cNvPr id="10" name="TextBox 9">
            <a:extLst>
              <a:ext uri="{FF2B5EF4-FFF2-40B4-BE49-F238E27FC236}">
                <a16:creationId xmlns:a16="http://schemas.microsoft.com/office/drawing/2014/main" id="{DA75227E-759C-64F8-8805-36E567300FD8}"/>
              </a:ext>
            </a:extLst>
          </p:cNvPr>
          <p:cNvSpPr txBox="1"/>
          <p:nvPr/>
        </p:nvSpPr>
        <p:spPr>
          <a:xfrm>
            <a:off x="571500" y="1219200"/>
            <a:ext cx="7112000" cy="889000"/>
          </a:xfrm>
          <a:prstGeom prst="rect">
            <a:avLst/>
          </a:prstGeom>
          <a:noFill/>
        </p:spPr>
        <p:txBody>
          <a:bodyPr vert="horz" wrap="square" lIns="0" tIns="0" rIns="0" bIns="0" rtlCol="0">
            <a:noAutofit/>
          </a:bodyPr>
          <a:lstStyle/>
          <a:p>
            <a:r>
              <a:rPr lang="en-US" sz="4900" b="1">
                <a:solidFill>
                  <a:srgbClr val="F7F4EC"/>
                </a:solidFill>
                <a:latin typeface="Inter" panose="020B0604020202020204" charset="0"/>
              </a:rPr>
              <a:t>One story.</a:t>
            </a:r>
          </a:p>
        </p:txBody>
      </p:sp>
      <p:sp>
        <p:nvSpPr>
          <p:cNvPr id="11" name="TextBox 10">
            <a:extLst>
              <a:ext uri="{FF2B5EF4-FFF2-40B4-BE49-F238E27FC236}">
                <a16:creationId xmlns:a16="http://schemas.microsoft.com/office/drawing/2014/main" id="{9AA3B8AC-EABF-1383-1181-F2384783A915}"/>
              </a:ext>
            </a:extLst>
          </p:cNvPr>
          <p:cNvSpPr txBox="1"/>
          <p:nvPr/>
        </p:nvSpPr>
        <p:spPr>
          <a:xfrm>
            <a:off x="571500" y="2082800"/>
            <a:ext cx="8255000" cy="889000"/>
          </a:xfrm>
          <a:prstGeom prst="rect">
            <a:avLst/>
          </a:prstGeom>
          <a:noFill/>
        </p:spPr>
        <p:txBody>
          <a:bodyPr vert="horz" wrap="square" lIns="0" tIns="0" rIns="0" bIns="0" rtlCol="0">
            <a:noAutofit/>
          </a:bodyPr>
          <a:lstStyle/>
          <a:p>
            <a:r>
              <a:rPr lang="en-US" sz="4900" b="1">
                <a:solidFill>
                  <a:srgbClr val="F7F4EC"/>
                </a:solidFill>
                <a:latin typeface="Inter" panose="020B0604020202020204" charset="0"/>
              </a:rPr>
              <a:t>Many specialists.</a:t>
            </a:r>
          </a:p>
        </p:txBody>
      </p:sp>
      <p:sp>
        <p:nvSpPr>
          <p:cNvPr id="12" name="TextBox 11">
            <a:extLst>
              <a:ext uri="{FF2B5EF4-FFF2-40B4-BE49-F238E27FC236}">
                <a16:creationId xmlns:a16="http://schemas.microsoft.com/office/drawing/2014/main" id="{2A257AA4-C707-22C1-ABC6-75947A7B1D61}"/>
              </a:ext>
            </a:extLst>
          </p:cNvPr>
          <p:cNvSpPr txBox="1"/>
          <p:nvPr/>
        </p:nvSpPr>
        <p:spPr>
          <a:xfrm>
            <a:off x="596900" y="3086100"/>
            <a:ext cx="7366000" cy="635000"/>
          </a:xfrm>
          <a:prstGeom prst="rect">
            <a:avLst/>
          </a:prstGeom>
          <a:noFill/>
        </p:spPr>
        <p:txBody>
          <a:bodyPr vert="horz" wrap="square" lIns="0" tIns="0" rIns="0" bIns="0" rtlCol="0">
            <a:noAutofit/>
          </a:bodyPr>
          <a:lstStyle/>
          <a:p>
            <a:r>
              <a:rPr lang="en-US" sz="2800" b="1">
                <a:solidFill>
                  <a:srgbClr val="F4BC6C"/>
                </a:solidFill>
                <a:latin typeface="Inter" panose="020B0604020202020204" charset="0"/>
              </a:rPr>
              <a:t>One writer in control.</a:t>
            </a:r>
          </a:p>
        </p:txBody>
      </p:sp>
      <p:sp>
        <p:nvSpPr>
          <p:cNvPr id="13" name="TextBox 12">
            <a:extLst>
              <a:ext uri="{FF2B5EF4-FFF2-40B4-BE49-F238E27FC236}">
                <a16:creationId xmlns:a16="http://schemas.microsoft.com/office/drawing/2014/main" id="{9C9502A3-53DD-898F-903B-1AEEE89A4382}"/>
              </a:ext>
            </a:extLst>
          </p:cNvPr>
          <p:cNvSpPr txBox="1"/>
          <p:nvPr/>
        </p:nvSpPr>
        <p:spPr>
          <a:xfrm>
            <a:off x="622300" y="4038600"/>
            <a:ext cx="7239000" cy="762000"/>
          </a:xfrm>
          <a:prstGeom prst="rect">
            <a:avLst/>
          </a:prstGeom>
          <a:noFill/>
        </p:spPr>
        <p:txBody>
          <a:bodyPr vert="horz" wrap="square" lIns="0" tIns="0" rIns="0" bIns="0" rtlCol="0">
            <a:noAutofit/>
          </a:bodyPr>
          <a:lstStyle/>
          <a:p>
            <a:r>
              <a:rPr lang="en-US" sz="1700">
                <a:solidFill>
                  <a:srgbClr val="9AAAC3"/>
                </a:solidFill>
                <a:latin typeface="Inter" panose="020B0604020202020204" charset="0"/>
              </a:rPr>
              <a:t>A proposed path from first idea to an accepted, ordered manuscript.</a:t>
            </a:r>
          </a:p>
        </p:txBody>
      </p:sp>
      <p:sp>
        <p:nvSpPr>
          <p:cNvPr id="14" name="Rectangle: Rounded Corners 13">
            <a:extLst>
              <a:ext uri="{FF2B5EF4-FFF2-40B4-BE49-F238E27FC236}">
                <a16:creationId xmlns:a16="http://schemas.microsoft.com/office/drawing/2014/main" id="{A54428A5-664D-3B18-626C-C2AAFE023969}"/>
              </a:ext>
            </a:extLst>
          </p:cNvPr>
          <p:cNvSpPr/>
          <p:nvPr/>
        </p:nvSpPr>
        <p:spPr>
          <a:xfrm>
            <a:off x="8813800" y="990600"/>
            <a:ext cx="2260600" cy="3835400"/>
          </a:xfrm>
          <a:prstGeom prst="roundRect">
            <a:avLst>
              <a:gd name="adj" fmla="val 6000"/>
            </a:avLst>
          </a:prstGeom>
          <a:solidFill>
            <a:srgbClr val="F7F4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342EE638-5202-EBA6-A1E4-1B5A07A3D482}"/>
              </a:ext>
            </a:extLst>
          </p:cNvPr>
          <p:cNvCxnSpPr/>
          <p:nvPr/>
        </p:nvCxnSpPr>
        <p:spPr>
          <a:xfrm>
            <a:off x="9144000" y="1663700"/>
            <a:ext cx="1549400" cy="0"/>
          </a:xfrm>
          <a:prstGeom prst="line">
            <a:avLst/>
          </a:prstGeom>
          <a:ln w="50800">
            <a:solidFill>
              <a:srgbClr val="22324A"/>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7E06213-6613-220A-19D2-A9528C77C052}"/>
              </a:ext>
            </a:extLst>
          </p:cNvPr>
          <p:cNvCxnSpPr/>
          <p:nvPr/>
        </p:nvCxnSpPr>
        <p:spPr>
          <a:xfrm>
            <a:off x="9144000" y="2082800"/>
            <a:ext cx="1549400" cy="0"/>
          </a:xfrm>
          <a:prstGeom prst="line">
            <a:avLst/>
          </a:prstGeom>
          <a:ln w="50800">
            <a:solidFill>
              <a:srgbClr val="22324A"/>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AD99A6D-671A-5C09-ADB8-165AEC9927AC}"/>
              </a:ext>
            </a:extLst>
          </p:cNvPr>
          <p:cNvCxnSpPr/>
          <p:nvPr/>
        </p:nvCxnSpPr>
        <p:spPr>
          <a:xfrm>
            <a:off x="9144000" y="2501900"/>
            <a:ext cx="1549400" cy="0"/>
          </a:xfrm>
          <a:prstGeom prst="line">
            <a:avLst/>
          </a:prstGeom>
          <a:ln w="50800">
            <a:solidFill>
              <a:srgbClr val="22324A"/>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7E843FC-AD7E-EF6E-E092-13D68BFE901A}"/>
              </a:ext>
            </a:extLst>
          </p:cNvPr>
          <p:cNvCxnSpPr/>
          <p:nvPr/>
        </p:nvCxnSpPr>
        <p:spPr>
          <a:xfrm>
            <a:off x="9144000" y="2921000"/>
            <a:ext cx="1549400" cy="0"/>
          </a:xfrm>
          <a:prstGeom prst="line">
            <a:avLst/>
          </a:prstGeom>
          <a:ln w="50800">
            <a:solidFill>
              <a:srgbClr val="22324A"/>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345EFF3-7D96-CB0B-3F1E-221754524D85}"/>
              </a:ext>
            </a:extLst>
          </p:cNvPr>
          <p:cNvCxnSpPr/>
          <p:nvPr/>
        </p:nvCxnSpPr>
        <p:spPr>
          <a:xfrm>
            <a:off x="9144000" y="3340100"/>
            <a:ext cx="1549400" cy="0"/>
          </a:xfrm>
          <a:prstGeom prst="line">
            <a:avLst/>
          </a:prstGeom>
          <a:ln w="50800">
            <a:solidFill>
              <a:srgbClr val="22324A"/>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3B10A97-C65C-57F5-D667-A06E892A4213}"/>
              </a:ext>
            </a:extLst>
          </p:cNvPr>
          <p:cNvCxnSpPr/>
          <p:nvPr/>
        </p:nvCxnSpPr>
        <p:spPr>
          <a:xfrm>
            <a:off x="9144000" y="3759200"/>
            <a:ext cx="1549400" cy="0"/>
          </a:xfrm>
          <a:prstGeom prst="line">
            <a:avLst/>
          </a:prstGeom>
          <a:ln w="50800">
            <a:solidFill>
              <a:srgbClr val="22324A"/>
            </a:solidFill>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738851F4-7149-4654-8955-BBB3EEE0DE11}"/>
              </a:ext>
            </a:extLst>
          </p:cNvPr>
          <p:cNvSpPr/>
          <p:nvPr/>
        </p:nvSpPr>
        <p:spPr>
          <a:xfrm>
            <a:off x="8597900" y="825500"/>
            <a:ext cx="2260600" cy="3835400"/>
          </a:xfrm>
          <a:prstGeom prst="roundRect">
            <a:avLst>
              <a:gd name="adj" fmla="val 6000"/>
            </a:avLst>
          </a:prstGeom>
          <a:solidFill>
            <a:srgbClr val="2232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27FB5E0-233B-4BCA-FD6B-AE3D67A464A6}"/>
              </a:ext>
            </a:extLst>
          </p:cNvPr>
          <p:cNvSpPr txBox="1"/>
          <p:nvPr/>
        </p:nvSpPr>
        <p:spPr>
          <a:xfrm>
            <a:off x="9029700" y="1206500"/>
            <a:ext cx="1524000" cy="1219200"/>
          </a:xfrm>
          <a:prstGeom prst="rect">
            <a:avLst/>
          </a:prstGeom>
          <a:noFill/>
        </p:spPr>
        <p:txBody>
          <a:bodyPr vert="horz" wrap="square" lIns="0" tIns="0" rIns="0" bIns="0" rtlCol="0">
            <a:noAutofit/>
          </a:bodyPr>
          <a:lstStyle/>
          <a:p>
            <a:pPr algn="ctr"/>
            <a:r>
              <a:rPr lang="en-US" sz="6700" b="1">
                <a:solidFill>
                  <a:srgbClr val="53D9E9"/>
                </a:solidFill>
                <a:latin typeface="Inter" panose="020B0604020202020204" charset="0"/>
              </a:rPr>
              <a:t>12</a:t>
            </a:r>
          </a:p>
        </p:txBody>
      </p:sp>
      <p:sp>
        <p:nvSpPr>
          <p:cNvPr id="23" name="TextBox 22">
            <a:extLst>
              <a:ext uri="{FF2B5EF4-FFF2-40B4-BE49-F238E27FC236}">
                <a16:creationId xmlns:a16="http://schemas.microsoft.com/office/drawing/2014/main" id="{AAAA86A3-BB70-20A5-CD89-AFE734D0F5A7}"/>
              </a:ext>
            </a:extLst>
          </p:cNvPr>
          <p:cNvSpPr txBox="1"/>
          <p:nvPr/>
        </p:nvSpPr>
        <p:spPr>
          <a:xfrm>
            <a:off x="8851900" y="2489200"/>
            <a:ext cx="1778000" cy="406400"/>
          </a:xfrm>
          <a:prstGeom prst="rect">
            <a:avLst/>
          </a:prstGeom>
          <a:noFill/>
        </p:spPr>
        <p:txBody>
          <a:bodyPr vert="horz" wrap="square" lIns="0" tIns="0" rIns="0" bIns="0" rtlCol="0">
            <a:noAutofit/>
          </a:bodyPr>
          <a:lstStyle/>
          <a:p>
            <a:pPr algn="ctr"/>
            <a:r>
              <a:rPr lang="en-US" sz="1700" b="1">
                <a:solidFill>
                  <a:srgbClr val="F7F4EC"/>
                </a:solidFill>
                <a:latin typeface="Inter" panose="020B0604020202020204" charset="0"/>
              </a:rPr>
              <a:t>agent instances</a:t>
            </a:r>
          </a:p>
        </p:txBody>
      </p:sp>
      <p:sp>
        <p:nvSpPr>
          <p:cNvPr id="24" name="TextBox 23">
            <a:extLst>
              <a:ext uri="{FF2B5EF4-FFF2-40B4-BE49-F238E27FC236}">
                <a16:creationId xmlns:a16="http://schemas.microsoft.com/office/drawing/2014/main" id="{1E8283C2-0EB4-93B8-FCA8-7A18FC02B1B9}"/>
              </a:ext>
            </a:extLst>
          </p:cNvPr>
          <p:cNvSpPr txBox="1"/>
          <p:nvPr/>
        </p:nvSpPr>
        <p:spPr>
          <a:xfrm>
            <a:off x="8763000" y="3187700"/>
            <a:ext cx="1955800" cy="584200"/>
          </a:xfrm>
          <a:prstGeom prst="rect">
            <a:avLst/>
          </a:prstGeom>
          <a:noFill/>
        </p:spPr>
        <p:txBody>
          <a:bodyPr vert="horz" wrap="square" lIns="0" tIns="0" rIns="0" bIns="0" rtlCol="0">
            <a:noAutofit/>
          </a:bodyPr>
          <a:lstStyle/>
          <a:p>
            <a:pPr algn="ctr"/>
            <a:r>
              <a:rPr lang="en-US" sz="1200">
                <a:solidFill>
                  <a:srgbClr val="9AAAC3"/>
                </a:solidFill>
                <a:latin typeface="Inter" panose="020B0604020202020204" charset="0"/>
              </a:rPr>
              <a:t>one shared coordinator</a:t>
            </a:r>
          </a:p>
        </p:txBody>
      </p:sp>
      <p:sp>
        <p:nvSpPr>
          <p:cNvPr id="25" name="Oval 24">
            <a:extLst>
              <a:ext uri="{FF2B5EF4-FFF2-40B4-BE49-F238E27FC236}">
                <a16:creationId xmlns:a16="http://schemas.microsoft.com/office/drawing/2014/main" id="{C9625738-57D2-BA6D-9CEB-B8881D3A9024}"/>
              </a:ext>
            </a:extLst>
          </p:cNvPr>
          <p:cNvSpPr/>
          <p:nvPr/>
        </p:nvSpPr>
        <p:spPr>
          <a:xfrm>
            <a:off x="8737600" y="4787900"/>
            <a:ext cx="203200" cy="203200"/>
          </a:xfrm>
          <a:prstGeom prst="ellipse">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337A0D58-1507-ECBD-89D6-67575276C2BE}"/>
              </a:ext>
            </a:extLst>
          </p:cNvPr>
          <p:cNvCxnSpPr/>
          <p:nvPr/>
        </p:nvCxnSpPr>
        <p:spPr>
          <a:xfrm>
            <a:off x="8953500" y="4889500"/>
            <a:ext cx="1739900" cy="0"/>
          </a:xfrm>
          <a:prstGeom prst="line">
            <a:avLst/>
          </a:prstGeom>
          <a:ln w="38100">
            <a:solidFill>
              <a:srgbClr val="53D9E9"/>
            </a:solidFill>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78196BEC-8768-A1C4-9318-04A459DFFBB3}"/>
              </a:ext>
            </a:extLst>
          </p:cNvPr>
          <p:cNvSpPr/>
          <p:nvPr/>
        </p:nvSpPr>
        <p:spPr>
          <a:xfrm>
            <a:off x="10718800" y="4787900"/>
            <a:ext cx="203200" cy="203200"/>
          </a:xfrm>
          <a:prstGeom prst="ellipse">
            <a:avLst/>
          </a:prstGeom>
          <a:solidFill>
            <a:srgbClr val="A6E8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hlinkClick r:id="rId3" action="ppaction://hlinksldjump"/>
            <a:extLst>
              <a:ext uri="{FF2B5EF4-FFF2-40B4-BE49-F238E27FC236}">
                <a16:creationId xmlns:a16="http://schemas.microsoft.com/office/drawing/2014/main" id="{E1466972-3D74-4D8D-2F4B-7EDFDB99EDD9}"/>
              </a:ext>
            </a:extLst>
          </p:cNvPr>
          <p:cNvSpPr txBox="1"/>
          <p:nvPr/>
        </p:nvSpPr>
        <p:spPr>
          <a:xfrm>
            <a:off x="609600" y="5549900"/>
            <a:ext cx="4699000" cy="342900"/>
          </a:xfrm>
          <a:prstGeom prst="rect">
            <a:avLst/>
          </a:prstGeom>
          <a:noFill/>
        </p:spPr>
        <p:txBody>
          <a:bodyPr vert="horz" wrap="square" lIns="0" tIns="0" rIns="0" bIns="0" rtlCol="0">
            <a:noAutofit/>
          </a:bodyPr>
          <a:lstStyle/>
          <a:p>
            <a:r>
              <a:rPr lang="en-US" sz="1500" b="1">
                <a:solidFill>
                  <a:srgbClr val="53D9E9"/>
                </a:solidFill>
                <a:latin typeface="Inter" panose="020B0604020202020204" charset="0"/>
              </a:rPr>
              <a:t>EXPLORE THE SYSTEM MAP  →</a:t>
            </a:r>
          </a:p>
        </p:txBody>
      </p:sp>
    </p:spTree>
    <p:extLst>
      <p:ext uri="{BB962C8B-B14F-4D97-AF65-F5344CB8AC3E}">
        <p14:creationId xmlns:p14="http://schemas.microsoft.com/office/powerpoint/2010/main" val="4223438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Visual 2 animated-architectur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5441CDE-9E39-1F0E-8624-F87A0E056C7B}"/>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CDF33EF2-B619-24A9-7785-2643AB2B66CF}"/>
              </a:ext>
            </a:extLst>
          </p:cNvPr>
          <p:cNvSpPr>
            <a:spLocks noGrp="1"/>
          </p:cNvSpPr>
          <p:nvPr>
            <p:ph type="sldNum" sz="quarter" idx="11"/>
          </p:nvPr>
        </p:nvSpPr>
        <p:spPr/>
        <p:txBody>
          <a:bodyPr/>
          <a:lstStyle/>
          <a:p>
            <a:fld id="{8574A810-7A8E-054F-9F6B-09E9C694ECF9}" type="slidenum">
              <a:rPr lang="en-US" smtClean="0"/>
              <a:pPr/>
              <a:t>2</a:t>
            </a:fld>
            <a:endParaRPr lang="en-US" sz="1100" dirty="0"/>
          </a:p>
        </p:txBody>
      </p:sp>
      <p:sp>
        <p:nvSpPr>
          <p:cNvPr id="4" name="Rectangle 3">
            <a:extLst>
              <a:ext uri="{FF2B5EF4-FFF2-40B4-BE49-F238E27FC236}">
                <a16:creationId xmlns:a16="http://schemas.microsoft.com/office/drawing/2014/main" id="{11270085-1B6F-AFC4-C35A-F1911D268529}"/>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49B54092-5190-9952-24C4-629337B0B06C}"/>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6" name="TextBox 5">
            <a:hlinkClick r:id="rId3" action="ppaction://hlinksldjump"/>
            <a:extLst>
              <a:ext uri="{FF2B5EF4-FFF2-40B4-BE49-F238E27FC236}">
                <a16:creationId xmlns:a16="http://schemas.microsoft.com/office/drawing/2014/main" id="{22220BAE-D232-5C21-4144-EE7B655FEDD4}"/>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7" name="TextBox 6">
            <a:hlinkClick r:id="rId4" action="ppaction://hlinksldjump"/>
            <a:extLst>
              <a:ext uri="{FF2B5EF4-FFF2-40B4-BE49-F238E27FC236}">
                <a16:creationId xmlns:a16="http://schemas.microsoft.com/office/drawing/2014/main" id="{3C1EDC89-B43E-569D-8638-B2E3D800BD2C}"/>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8" name="TextBox 7">
            <a:hlinkClick r:id="rId5" action="ppaction://hlinksldjump"/>
            <a:extLst>
              <a:ext uri="{FF2B5EF4-FFF2-40B4-BE49-F238E27FC236}">
                <a16:creationId xmlns:a16="http://schemas.microsoft.com/office/drawing/2014/main" id="{BCEAADEB-FB3F-0AFD-3434-95F0F048D613}"/>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9" name="TextBox 8">
            <a:extLst>
              <a:ext uri="{FF2B5EF4-FFF2-40B4-BE49-F238E27FC236}">
                <a16:creationId xmlns:a16="http://schemas.microsoft.com/office/drawing/2014/main" id="{C74D021D-DBB1-DA77-B846-DF8FE0EE8D60}"/>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02</a:t>
            </a:r>
          </a:p>
        </p:txBody>
      </p:sp>
      <p:pic>
        <p:nvPicPr>
          <p:cNvPr id="11" name="Canonical architecture v3 SVG">
            <a:extLst>
              <a:ext uri="{FF2B5EF4-FFF2-40B4-BE49-F238E27FC236}">
                <a16:creationId xmlns:a16="http://schemas.microsoft.com/office/drawing/2014/main" id="{5EC2D3B2-41F5-5548-FC42-83B2731A119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0" y="0"/>
            <a:ext cx="12192000" cy="6858000"/>
          </a:xfrm>
          <a:prstGeom prst="rect">
            <a:avLst/>
          </a:prstGeom>
        </p:spPr>
      </p:pic>
      <p:sp>
        <p:nvSpPr>
          <p:cNvPr id="12" name="TextBox 11">
            <a:hlinkClick r:id="rId3" action="ppaction://hlinksldjump"/>
            <a:extLst>
              <a:ext uri="{FF2B5EF4-FFF2-40B4-BE49-F238E27FC236}">
                <a16:creationId xmlns:a16="http://schemas.microsoft.com/office/drawing/2014/main" id="{6F6A2036-4F4C-7A2E-A708-073F42E9DCE5}"/>
              </a:ext>
            </a:extLst>
          </p:cNvPr>
          <p:cNvSpPr txBox="1"/>
          <p:nvPr/>
        </p:nvSpPr>
        <p:spPr>
          <a:xfrm>
            <a:off x="9969500" y="774700"/>
            <a:ext cx="1168400" cy="254000"/>
          </a:xfrm>
          <a:prstGeom prst="rect">
            <a:avLst/>
          </a:prstGeom>
          <a:noFill/>
        </p:spPr>
        <p:txBody>
          <a:bodyPr vert="horz" wrap="square" lIns="0" tIns="0" rIns="0" bIns="0" rtlCol="0">
            <a:noAutofit/>
          </a:bodyPr>
          <a:lstStyle/>
          <a:p>
            <a:r>
              <a:rPr lang="en-US" sz="1000">
                <a:solidFill>
                  <a:srgbClr val="9AAAC3"/>
                </a:solidFill>
                <a:latin typeface="Inter" panose="020B0604020202020204" charset="0"/>
              </a:rPr>
              <a:t>← PREVIOUS</a:t>
            </a:r>
          </a:p>
        </p:txBody>
      </p:sp>
      <p:sp>
        <p:nvSpPr>
          <p:cNvPr id="13" name="TextBox 12">
            <a:hlinkClick r:id="rId5" action="ppaction://hlinksldjump"/>
            <a:extLst>
              <a:ext uri="{FF2B5EF4-FFF2-40B4-BE49-F238E27FC236}">
                <a16:creationId xmlns:a16="http://schemas.microsoft.com/office/drawing/2014/main" id="{CB437720-0EA2-B6F3-4BDD-92E6E7F4942F}"/>
              </a:ext>
            </a:extLst>
          </p:cNvPr>
          <p:cNvSpPr txBox="1"/>
          <p:nvPr/>
        </p:nvSpPr>
        <p:spPr>
          <a:xfrm>
            <a:off x="11176000" y="774700"/>
            <a:ext cx="914400" cy="254000"/>
          </a:xfrm>
          <a:prstGeom prst="rect">
            <a:avLst/>
          </a:prstGeom>
          <a:noFill/>
        </p:spPr>
        <p:txBody>
          <a:bodyPr vert="horz" wrap="square" lIns="0" tIns="0" rIns="0" bIns="0" rtlCol="0">
            <a:noAutofit/>
          </a:bodyPr>
          <a:lstStyle/>
          <a:p>
            <a:r>
              <a:rPr lang="en-US" sz="1000" b="1">
                <a:solidFill>
                  <a:srgbClr val="53D9E9"/>
                </a:solidFill>
                <a:latin typeface="Inter" panose="020B0604020202020204" charset="0"/>
              </a:rPr>
              <a:t>NEXT →</a:t>
            </a:r>
          </a:p>
        </p:txBody>
      </p:sp>
      <p:sp>
        <p:nvSpPr>
          <p:cNvPr id="14" name="Jump intake">
            <a:hlinkClick r:id="rId5" action="ppaction://hlinksldjump"/>
            <a:extLst>
              <a:ext uri="{FF2B5EF4-FFF2-40B4-BE49-F238E27FC236}">
                <a16:creationId xmlns:a16="http://schemas.microsoft.com/office/drawing/2014/main" id="{FDD39879-1DBA-7817-0805-CDB1C5331B83}"/>
              </a:ext>
            </a:extLst>
          </p:cNvPr>
          <p:cNvSpPr/>
          <p:nvPr/>
        </p:nvSpPr>
        <p:spPr>
          <a:xfrm>
            <a:off x="609600" y="899160"/>
            <a:ext cx="1371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Jump research">
            <a:hlinkClick r:id="rId7" action="ppaction://hlinksldjump"/>
            <a:extLst>
              <a:ext uri="{FF2B5EF4-FFF2-40B4-BE49-F238E27FC236}">
                <a16:creationId xmlns:a16="http://schemas.microsoft.com/office/drawing/2014/main" id="{1F314E21-E940-51D6-84F7-9AA04A7D1921}"/>
              </a:ext>
            </a:extLst>
          </p:cNvPr>
          <p:cNvSpPr/>
          <p:nvPr/>
        </p:nvSpPr>
        <p:spPr>
          <a:xfrm>
            <a:off x="2514600" y="899160"/>
            <a:ext cx="1371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Jump dossier_gate">
            <a:hlinkClick r:id="rId7" action="ppaction://hlinksldjump"/>
            <a:extLst>
              <a:ext uri="{FF2B5EF4-FFF2-40B4-BE49-F238E27FC236}">
                <a16:creationId xmlns:a16="http://schemas.microsoft.com/office/drawing/2014/main" id="{1404BAA0-D461-F466-D121-3A084F1EE488}"/>
              </a:ext>
            </a:extLst>
          </p:cNvPr>
          <p:cNvSpPr/>
          <p:nvPr/>
        </p:nvSpPr>
        <p:spPr>
          <a:xfrm>
            <a:off x="4419600" y="899160"/>
            <a:ext cx="1371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Jump bibles">
            <a:hlinkClick r:id="rId8" action="ppaction://hlinksldjump"/>
            <a:extLst>
              <a:ext uri="{FF2B5EF4-FFF2-40B4-BE49-F238E27FC236}">
                <a16:creationId xmlns:a16="http://schemas.microsoft.com/office/drawing/2014/main" id="{90624DA8-41FB-72DD-C917-C7299BBA4C59}"/>
              </a:ext>
            </a:extLst>
          </p:cNvPr>
          <p:cNvSpPr/>
          <p:nvPr/>
        </p:nvSpPr>
        <p:spPr>
          <a:xfrm>
            <a:off x="6477000" y="670560"/>
            <a:ext cx="1981200" cy="10058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Jump bible_gate">
            <a:hlinkClick r:id="rId8" action="ppaction://hlinksldjump"/>
            <a:extLst>
              <a:ext uri="{FF2B5EF4-FFF2-40B4-BE49-F238E27FC236}">
                <a16:creationId xmlns:a16="http://schemas.microsoft.com/office/drawing/2014/main" id="{7FC2C4B0-3204-1B43-ACF4-FEBFD9F14EC8}"/>
              </a:ext>
            </a:extLst>
          </p:cNvPr>
          <p:cNvSpPr/>
          <p:nvPr/>
        </p:nvSpPr>
        <p:spPr>
          <a:xfrm>
            <a:off x="9372600" y="899160"/>
            <a:ext cx="1371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Jump writers">
            <a:hlinkClick r:id="rId9" action="ppaction://hlinksldjump"/>
            <a:extLst>
              <a:ext uri="{FF2B5EF4-FFF2-40B4-BE49-F238E27FC236}">
                <a16:creationId xmlns:a16="http://schemas.microsoft.com/office/drawing/2014/main" id="{826C173E-CEE6-8A71-C0E3-6FCCB520B7FA}"/>
              </a:ext>
            </a:extLst>
          </p:cNvPr>
          <p:cNvSpPr/>
          <p:nvPr/>
        </p:nvSpPr>
        <p:spPr>
          <a:xfrm>
            <a:off x="9372600" y="2499360"/>
            <a:ext cx="1371600" cy="10058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Jump barrier">
            <a:hlinkClick r:id="rId9" action="ppaction://hlinksldjump"/>
            <a:extLst>
              <a:ext uri="{FF2B5EF4-FFF2-40B4-BE49-F238E27FC236}">
                <a16:creationId xmlns:a16="http://schemas.microsoft.com/office/drawing/2014/main" id="{AF2CD6F2-260A-4AC5-FB9A-E432B2785C3F}"/>
              </a:ext>
            </a:extLst>
          </p:cNvPr>
          <p:cNvSpPr/>
          <p:nvPr/>
        </p:nvSpPr>
        <p:spPr>
          <a:xfrm>
            <a:off x="7391400" y="2727960"/>
            <a:ext cx="1371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Jump reader">
            <a:hlinkClick r:id="rId10" action="ppaction://hlinksldjump"/>
            <a:extLst>
              <a:ext uri="{FF2B5EF4-FFF2-40B4-BE49-F238E27FC236}">
                <a16:creationId xmlns:a16="http://schemas.microsoft.com/office/drawing/2014/main" id="{DF7450A5-773F-38CE-8413-690A619F5FAD}"/>
              </a:ext>
            </a:extLst>
          </p:cNvPr>
          <p:cNvSpPr/>
          <p:nvPr/>
        </p:nvSpPr>
        <p:spPr>
          <a:xfrm>
            <a:off x="5410200" y="2727960"/>
            <a:ext cx="1371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Jump editors">
            <a:hlinkClick r:id="rId11" action="ppaction://hlinksldjump"/>
            <a:extLst>
              <a:ext uri="{FF2B5EF4-FFF2-40B4-BE49-F238E27FC236}">
                <a16:creationId xmlns:a16="http://schemas.microsoft.com/office/drawing/2014/main" id="{5BD944E3-2726-81F0-D754-61BC672555BE}"/>
              </a:ext>
            </a:extLst>
          </p:cNvPr>
          <p:cNvSpPr/>
          <p:nvPr/>
        </p:nvSpPr>
        <p:spPr>
          <a:xfrm>
            <a:off x="3276600" y="2499360"/>
            <a:ext cx="1828800" cy="10058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Jump consistency">
            <a:hlinkClick r:id="rId11" action="ppaction://hlinksldjump"/>
            <a:extLst>
              <a:ext uri="{FF2B5EF4-FFF2-40B4-BE49-F238E27FC236}">
                <a16:creationId xmlns:a16="http://schemas.microsoft.com/office/drawing/2014/main" id="{FB23C1F4-EEF1-D22D-F768-979C528AF4C0}"/>
              </a:ext>
            </a:extLst>
          </p:cNvPr>
          <p:cNvSpPr/>
          <p:nvPr/>
        </p:nvSpPr>
        <p:spPr>
          <a:xfrm>
            <a:off x="1143000" y="2499360"/>
            <a:ext cx="1752600" cy="10058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Jump review">
            <a:hlinkClick r:id="rId12" action="ppaction://hlinksldjump"/>
            <a:extLst>
              <a:ext uri="{FF2B5EF4-FFF2-40B4-BE49-F238E27FC236}">
                <a16:creationId xmlns:a16="http://schemas.microsoft.com/office/drawing/2014/main" id="{85876A85-60D2-E777-4A93-28C192AAC5B6}"/>
              </a:ext>
            </a:extLst>
          </p:cNvPr>
          <p:cNvSpPr/>
          <p:nvPr/>
        </p:nvSpPr>
        <p:spPr>
          <a:xfrm>
            <a:off x="1143000" y="4785360"/>
            <a:ext cx="1752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Jump export">
            <a:hlinkClick r:id="rId13" action="ppaction://hlinksldjump"/>
            <a:extLst>
              <a:ext uri="{FF2B5EF4-FFF2-40B4-BE49-F238E27FC236}">
                <a16:creationId xmlns:a16="http://schemas.microsoft.com/office/drawing/2014/main" id="{242E3FB9-D9C4-6CDF-9D91-F0183A20097F}"/>
              </a:ext>
            </a:extLst>
          </p:cNvPr>
          <p:cNvSpPr/>
          <p:nvPr/>
        </p:nvSpPr>
        <p:spPr>
          <a:xfrm>
            <a:off x="5410200" y="4785360"/>
            <a:ext cx="1752600" cy="548640"/>
          </a:xfrm>
          <a:prstGeom prst="rect">
            <a:avLst/>
          </a:prstGeom>
          <a:solidFill>
            <a:srgbClr val="0B1220">
              <a:alpha val="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nimated workflow light">
            <a:extLst>
              <a:ext uri="{FF2B5EF4-FFF2-40B4-BE49-F238E27FC236}">
                <a16:creationId xmlns:a16="http://schemas.microsoft.com/office/drawing/2014/main" id="{C21C3CCC-B6CE-A63E-F821-DE5E29CF8A1D}"/>
              </a:ext>
            </a:extLst>
          </p:cNvPr>
          <p:cNvSpPr/>
          <p:nvPr/>
        </p:nvSpPr>
        <p:spPr>
          <a:xfrm>
            <a:off x="1905000" y="1097280"/>
            <a:ext cx="152400" cy="152400"/>
          </a:xfrm>
          <a:prstGeom prst="ellipse">
            <a:avLst/>
          </a:prstGeom>
          <a:solidFill>
            <a:srgbClr val="F7F4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845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repeatCount="999000" fill="hold" grpId="0" nodeType="withEffect">
                                  <p:stCondLst>
                                    <p:cond delay="0"/>
                                  </p:stCondLst>
                                  <p:childTnLst>
                                    <p:animMotion origin="layout" path="M 0 0 L 0 0 E" pathEditMode="relative">
                                      <p:cBhvr from="" to="">
                                        <p:cTn id="6" dur="10" fill="hold">
                                          <p:stCondLst>
                                            <p:cond delay="0"/>
                                          </p:stCondLst>
                                        </p:cTn>
                                        <p:tgtEl>
                                          <p:spTgt spid="26"/>
                                        </p:tgtEl>
                                        <p:attrNameLst>
                                          <p:attrName>ppt_x</p:attrName>
                                          <p:attrName>ppt_y</p:attrName>
                                        </p:attrNameLst>
                                      </p:cBhvr>
                                    </p:animMotion>
                                    <p:animMotion origin="layout" path="M 0 0 L 0.04375 0 E" pathEditMode="relative">
                                      <p:cBhvr from="" to="">
                                        <p:cTn id="7" dur="2200" fill="hold">
                                          <p:stCondLst>
                                            <p:cond delay="10"/>
                                          </p:stCondLst>
                                        </p:cTn>
                                        <p:tgtEl>
                                          <p:spTgt spid="26"/>
                                        </p:tgtEl>
                                        <p:attrNameLst>
                                          <p:attrName>ppt_x</p:attrName>
                                          <p:attrName>ppt_y</p:attrName>
                                        </p:attrNameLst>
                                      </p:cBhvr>
                                    </p:animMotion>
                                    <p:animMotion origin="layout" path="M 0.04375 0 L 0.04375 0 E" pathEditMode="relative">
                                      <p:cBhvr from="" to="">
                                        <p:cTn id="8" dur="2000" fill="hold">
                                          <p:stCondLst>
                                            <p:cond delay="2210"/>
                                          </p:stCondLst>
                                        </p:cTn>
                                        <p:tgtEl>
                                          <p:spTgt spid="26"/>
                                        </p:tgtEl>
                                        <p:attrNameLst>
                                          <p:attrName>ppt_x</p:attrName>
                                          <p:attrName>ppt_y</p:attrName>
                                        </p:attrNameLst>
                                      </p:cBhvr>
                                    </p:animMotion>
                                    <p:animMotion origin="layout" path="M 0.04375 0 L 0.15625 0 E" pathEditMode="relative">
                                      <p:cBhvr from="" to="">
                                        <p:cTn id="9" dur="10" fill="hold">
                                          <p:stCondLst>
                                            <p:cond delay="4210"/>
                                          </p:stCondLst>
                                        </p:cTn>
                                        <p:tgtEl>
                                          <p:spTgt spid="26"/>
                                        </p:tgtEl>
                                        <p:attrNameLst>
                                          <p:attrName>ppt_x</p:attrName>
                                          <p:attrName>ppt_y</p:attrName>
                                        </p:attrNameLst>
                                      </p:cBhvr>
                                    </p:animMotion>
                                    <p:animMotion origin="layout" path="M 0.15625 0 L 0.2 0 E" pathEditMode="relative">
                                      <p:cBhvr from="" to="">
                                        <p:cTn id="10" dur="2200" fill="hold">
                                          <p:stCondLst>
                                            <p:cond delay="4220"/>
                                          </p:stCondLst>
                                        </p:cTn>
                                        <p:tgtEl>
                                          <p:spTgt spid="26"/>
                                        </p:tgtEl>
                                        <p:attrNameLst>
                                          <p:attrName>ppt_x</p:attrName>
                                          <p:attrName>ppt_y</p:attrName>
                                        </p:attrNameLst>
                                      </p:cBhvr>
                                    </p:animMotion>
                                    <p:animMotion origin="layout" path="M 0.2 0 L 0.2 0 E" pathEditMode="relative">
                                      <p:cBhvr from="" to="">
                                        <p:cTn id="11" dur="2000" fill="hold">
                                          <p:stCondLst>
                                            <p:cond delay="6420"/>
                                          </p:stCondLst>
                                        </p:cTn>
                                        <p:tgtEl>
                                          <p:spTgt spid="26"/>
                                        </p:tgtEl>
                                        <p:attrNameLst>
                                          <p:attrName>ppt_x</p:attrName>
                                          <p:attrName>ppt_y</p:attrName>
                                        </p:attrNameLst>
                                      </p:cBhvr>
                                    </p:animMotion>
                                    <p:animMotion origin="layout" path="M 0.2 0 L 0.3125 0 E" pathEditMode="relative">
                                      <p:cBhvr from="" to="">
                                        <p:cTn id="12" dur="10" fill="hold">
                                          <p:stCondLst>
                                            <p:cond delay="8420"/>
                                          </p:stCondLst>
                                        </p:cTn>
                                        <p:tgtEl>
                                          <p:spTgt spid="26"/>
                                        </p:tgtEl>
                                        <p:attrNameLst>
                                          <p:attrName>ppt_x</p:attrName>
                                          <p:attrName>ppt_y</p:attrName>
                                        </p:attrNameLst>
                                      </p:cBhvr>
                                    </p:animMotion>
                                    <p:animMotion origin="layout" path="M 0.3125 0 L 0.36875 0 E" pathEditMode="relative">
                                      <p:cBhvr from="" to="">
                                        <p:cTn id="13" dur="2400" fill="hold">
                                          <p:stCondLst>
                                            <p:cond delay="8430"/>
                                          </p:stCondLst>
                                        </p:cTn>
                                        <p:tgtEl>
                                          <p:spTgt spid="26"/>
                                        </p:tgtEl>
                                        <p:attrNameLst>
                                          <p:attrName>ppt_x</p:attrName>
                                          <p:attrName>ppt_y</p:attrName>
                                        </p:attrNameLst>
                                      </p:cBhvr>
                                    </p:animMotion>
                                    <p:animMotion origin="layout" path="M 0.36875 0 L 0.36875 0 E" pathEditMode="relative">
                                      <p:cBhvr from="" to="">
                                        <p:cTn id="14" dur="2000" fill="hold">
                                          <p:stCondLst>
                                            <p:cond delay="10830"/>
                                          </p:stCondLst>
                                        </p:cTn>
                                        <p:tgtEl>
                                          <p:spTgt spid="26"/>
                                        </p:tgtEl>
                                        <p:attrNameLst>
                                          <p:attrName>ppt_x</p:attrName>
                                          <p:attrName>ppt_y</p:attrName>
                                        </p:attrNameLst>
                                      </p:cBhvr>
                                    </p:animMotion>
                                    <p:animMotion origin="layout" path="M 0.36875 0 L 0.53125 0 E" pathEditMode="relative">
                                      <p:cBhvr from="" to="">
                                        <p:cTn id="15" dur="10" fill="hold">
                                          <p:stCondLst>
                                            <p:cond delay="12830"/>
                                          </p:stCondLst>
                                        </p:cTn>
                                        <p:tgtEl>
                                          <p:spTgt spid="26"/>
                                        </p:tgtEl>
                                        <p:attrNameLst>
                                          <p:attrName>ppt_x</p:attrName>
                                          <p:attrName>ppt_y</p:attrName>
                                        </p:attrNameLst>
                                      </p:cBhvr>
                                    </p:animMotion>
                                    <p:animMotion origin="layout" path="M 0.53125 0 L 0.60625 0 E" pathEditMode="relative">
                                      <p:cBhvr from="" to="">
                                        <p:cTn id="16" dur="2400" fill="hold">
                                          <p:stCondLst>
                                            <p:cond delay="12840"/>
                                          </p:stCondLst>
                                        </p:cTn>
                                        <p:tgtEl>
                                          <p:spTgt spid="26"/>
                                        </p:tgtEl>
                                        <p:attrNameLst>
                                          <p:attrName>ppt_x</p:attrName>
                                          <p:attrName>ppt_y</p:attrName>
                                        </p:attrNameLst>
                                      </p:cBhvr>
                                    </p:animMotion>
                                    <p:animMotion origin="layout" path="M 0.60625 0 L 0.60625 0 E" pathEditMode="relative">
                                      <p:cBhvr from="" to="">
                                        <p:cTn id="17" dur="2000" fill="hold">
                                          <p:stCondLst>
                                            <p:cond delay="15240"/>
                                          </p:stCondLst>
                                        </p:cTn>
                                        <p:tgtEl>
                                          <p:spTgt spid="26"/>
                                        </p:tgtEl>
                                        <p:attrNameLst>
                                          <p:attrName>ppt_x</p:attrName>
                                          <p:attrName>ppt_y</p:attrName>
                                        </p:attrNameLst>
                                      </p:cBhvr>
                                    </p:animMotion>
                                    <p:animMotion origin="layout" path="M 0.60625 0 L 0.6625 0.04 E" pathEditMode="relative">
                                      <p:cBhvr from="" to="">
                                        <p:cTn id="18" dur="10" fill="hold">
                                          <p:stCondLst>
                                            <p:cond delay="17240"/>
                                          </p:stCondLst>
                                        </p:cTn>
                                        <p:tgtEl>
                                          <p:spTgt spid="26"/>
                                        </p:tgtEl>
                                        <p:attrNameLst>
                                          <p:attrName>ppt_x</p:attrName>
                                          <p:attrName>ppt_y</p:attrName>
                                        </p:attrNameLst>
                                      </p:cBhvr>
                                    </p:animMotion>
                                    <p:animMotion origin="layout" path="M 0.6625 0.04 L 0.6625 0.193333 E" pathEditMode="relative">
                                      <p:cBhvr from="" to="">
                                        <p:cTn id="19" dur="2800" fill="hold">
                                          <p:stCondLst>
                                            <p:cond delay="17250"/>
                                          </p:stCondLst>
                                        </p:cTn>
                                        <p:tgtEl>
                                          <p:spTgt spid="26"/>
                                        </p:tgtEl>
                                        <p:attrNameLst>
                                          <p:attrName>ppt_x</p:attrName>
                                          <p:attrName>ppt_y</p:attrName>
                                        </p:attrNameLst>
                                      </p:cBhvr>
                                    </p:animMotion>
                                    <p:animMotion origin="layout" path="M 0.6625 0.193333 L 0.6625 0.193333 E" pathEditMode="relative">
                                      <p:cBhvr from="" to="">
                                        <p:cTn id="20" dur="2000" fill="hold">
                                          <p:stCondLst>
                                            <p:cond delay="20050"/>
                                          </p:stCondLst>
                                        </p:cTn>
                                        <p:tgtEl>
                                          <p:spTgt spid="26"/>
                                        </p:tgtEl>
                                        <p:attrNameLst>
                                          <p:attrName>ppt_x</p:attrName>
                                          <p:attrName>ppt_y</p:attrName>
                                        </p:attrNameLst>
                                      </p:cBhvr>
                                    </p:animMotion>
                                    <p:animMotion origin="layout" path="M 0.6625 0.193333 L 0.60625 0.266667 E" pathEditMode="relative">
                                      <p:cBhvr from="" to="">
                                        <p:cTn id="21" dur="10" fill="hold">
                                          <p:stCondLst>
                                            <p:cond delay="22050"/>
                                          </p:stCondLst>
                                        </p:cTn>
                                        <p:tgtEl>
                                          <p:spTgt spid="26"/>
                                        </p:tgtEl>
                                        <p:attrNameLst>
                                          <p:attrName>ppt_x</p:attrName>
                                          <p:attrName>ppt_y</p:attrName>
                                        </p:attrNameLst>
                                      </p:cBhvr>
                                    </p:animMotion>
                                    <p:animMotion origin="layout" path="M 0.60625 0.266667 L 0.55625 0.266667 E" pathEditMode="relative">
                                      <p:cBhvr from="" to="">
                                        <p:cTn id="22" dur="2300" fill="hold">
                                          <p:stCondLst>
                                            <p:cond delay="22060"/>
                                          </p:stCondLst>
                                        </p:cTn>
                                        <p:tgtEl>
                                          <p:spTgt spid="26"/>
                                        </p:tgtEl>
                                        <p:attrNameLst>
                                          <p:attrName>ppt_x</p:attrName>
                                          <p:attrName>ppt_y</p:attrName>
                                        </p:attrNameLst>
                                      </p:cBhvr>
                                    </p:animMotion>
                                    <p:animMotion origin="layout" path="M 0.55625 0.266667 L 0.55625 0.266667 E" pathEditMode="relative">
                                      <p:cBhvr from="" to="">
                                        <p:cTn id="23" dur="1500" fill="hold">
                                          <p:stCondLst>
                                            <p:cond delay="24360"/>
                                          </p:stCondLst>
                                        </p:cTn>
                                        <p:tgtEl>
                                          <p:spTgt spid="26"/>
                                        </p:tgtEl>
                                        <p:attrNameLst>
                                          <p:attrName>ppt_x</p:attrName>
                                          <p:attrName>ppt_y</p:attrName>
                                        </p:attrNameLst>
                                      </p:cBhvr>
                                    </p:animMotion>
                                    <p:animMotion origin="layout" path="M 0.55625 0.266667 L 0.44375 0.266667 E" pathEditMode="relative">
                                      <p:cBhvr from="" to="">
                                        <p:cTn id="24" dur="10" fill="hold">
                                          <p:stCondLst>
                                            <p:cond delay="25860"/>
                                          </p:stCondLst>
                                        </p:cTn>
                                        <p:tgtEl>
                                          <p:spTgt spid="26"/>
                                        </p:tgtEl>
                                        <p:attrNameLst>
                                          <p:attrName>ppt_x</p:attrName>
                                          <p:attrName>ppt_y</p:attrName>
                                        </p:attrNameLst>
                                      </p:cBhvr>
                                    </p:animMotion>
                                    <p:animMotion origin="layout" path="M 0.44375 0.266667 L 0.39375 0.266667 E" pathEditMode="relative">
                                      <p:cBhvr from="" to="">
                                        <p:cTn id="25" dur="2200" fill="hold">
                                          <p:stCondLst>
                                            <p:cond delay="25870"/>
                                          </p:stCondLst>
                                        </p:cTn>
                                        <p:tgtEl>
                                          <p:spTgt spid="26"/>
                                        </p:tgtEl>
                                        <p:attrNameLst>
                                          <p:attrName>ppt_x</p:attrName>
                                          <p:attrName>ppt_y</p:attrName>
                                        </p:attrNameLst>
                                      </p:cBhvr>
                                    </p:animMotion>
                                    <p:animMotion origin="layout" path="M 0.39375 0.266667 L 0.39375 0.266667 E" pathEditMode="relative">
                                      <p:cBhvr from="" to="">
                                        <p:cTn id="26" dur="1500" fill="hold">
                                          <p:stCondLst>
                                            <p:cond delay="28070"/>
                                          </p:stCondLst>
                                        </p:cTn>
                                        <p:tgtEl>
                                          <p:spTgt spid="26"/>
                                        </p:tgtEl>
                                        <p:attrNameLst>
                                          <p:attrName>ppt_x</p:attrName>
                                          <p:attrName>ppt_y</p:attrName>
                                        </p:attrNameLst>
                                      </p:cBhvr>
                                    </p:animMotion>
                                    <p:animMotion origin="layout" path="M 0.39375 0.266667 L 0.28125 0.266667 E" pathEditMode="relative">
                                      <p:cBhvr from="" to="">
                                        <p:cTn id="27" dur="10" fill="hold">
                                          <p:stCondLst>
                                            <p:cond delay="29570"/>
                                          </p:stCondLst>
                                        </p:cTn>
                                        <p:tgtEl>
                                          <p:spTgt spid="26"/>
                                        </p:tgtEl>
                                        <p:attrNameLst>
                                          <p:attrName>ppt_x</p:attrName>
                                          <p:attrName>ppt_y</p:attrName>
                                        </p:attrNameLst>
                                      </p:cBhvr>
                                    </p:animMotion>
                                    <p:animMotion origin="layout" path="M 0.28125 0.266667 L 0.25625 0.266667 E" pathEditMode="relative">
                                      <p:cBhvr from="" to="">
                                        <p:cTn id="28" dur="2000" fill="hold">
                                          <p:stCondLst>
                                            <p:cond delay="29580"/>
                                          </p:stCondLst>
                                        </p:cTn>
                                        <p:tgtEl>
                                          <p:spTgt spid="26"/>
                                        </p:tgtEl>
                                        <p:attrNameLst>
                                          <p:attrName>ppt_x</p:attrName>
                                          <p:attrName>ppt_y</p:attrName>
                                        </p:attrNameLst>
                                      </p:cBhvr>
                                    </p:animMotion>
                                    <p:animMotion origin="layout" path="M 0.25625 0.266667 L 0.25625 0.266667 E" pathEditMode="relative">
                                      <p:cBhvr from="" to="">
                                        <p:cTn id="29" dur="1500" fill="hold">
                                          <p:stCondLst>
                                            <p:cond delay="31580"/>
                                          </p:stCondLst>
                                        </p:cTn>
                                        <p:tgtEl>
                                          <p:spTgt spid="26"/>
                                        </p:tgtEl>
                                        <p:attrNameLst>
                                          <p:attrName>ppt_x</p:attrName>
                                          <p:attrName>ppt_y</p:attrName>
                                        </p:attrNameLst>
                                      </p:cBhvr>
                                    </p:animMotion>
                                    <p:animMotion origin="layout" path="M 0.25625 0.266667 L 0.10625 0.266667 E" pathEditMode="relative">
                                      <p:cBhvr from="" to="">
                                        <p:cTn id="30" dur="10" fill="hold">
                                          <p:stCondLst>
                                            <p:cond delay="33080"/>
                                          </p:stCondLst>
                                        </p:cTn>
                                        <p:tgtEl>
                                          <p:spTgt spid="26"/>
                                        </p:tgtEl>
                                        <p:attrNameLst>
                                          <p:attrName>ppt_x</p:attrName>
                                          <p:attrName>ppt_y</p:attrName>
                                        </p:attrNameLst>
                                      </p:cBhvr>
                                    </p:animMotion>
                                    <p:animMotion origin="layout" path="M 0.10625 0.266667 L 0.075 0.266667 E" pathEditMode="relative">
                                      <p:cBhvr from="" to="">
                                        <p:cTn id="31" dur="2000" fill="hold">
                                          <p:stCondLst>
                                            <p:cond delay="33090"/>
                                          </p:stCondLst>
                                        </p:cTn>
                                        <p:tgtEl>
                                          <p:spTgt spid="26"/>
                                        </p:tgtEl>
                                        <p:attrNameLst>
                                          <p:attrName>ppt_x</p:attrName>
                                          <p:attrName>ppt_y</p:attrName>
                                        </p:attrNameLst>
                                      </p:cBhvr>
                                    </p:animMotion>
                                    <p:animMotion origin="layout" path="M 0.075 0.266667 L 0.075 0.266667 E" pathEditMode="relative">
                                      <p:cBhvr from="" to="">
                                        <p:cTn id="32" dur="1500" fill="hold">
                                          <p:stCondLst>
                                            <p:cond delay="35090"/>
                                          </p:stCondLst>
                                        </p:cTn>
                                        <p:tgtEl>
                                          <p:spTgt spid="26"/>
                                        </p:tgtEl>
                                        <p:attrNameLst>
                                          <p:attrName>ppt_x</p:attrName>
                                          <p:attrName>ppt_y</p:attrName>
                                        </p:attrNameLst>
                                      </p:cBhvr>
                                    </p:animMotion>
                                    <p:animMotion origin="layout" path="M 0.075 0.266667 L 0.003125 0.34 E" pathEditMode="relative">
                                      <p:cBhvr from="" to="">
                                        <p:cTn id="33" dur="10" fill="hold">
                                          <p:stCondLst>
                                            <p:cond delay="36590"/>
                                          </p:stCondLst>
                                        </p:cTn>
                                        <p:tgtEl>
                                          <p:spTgt spid="26"/>
                                        </p:tgtEl>
                                        <p:attrNameLst>
                                          <p:attrName>ppt_x</p:attrName>
                                          <p:attrName>ppt_y</p:attrName>
                                        </p:attrNameLst>
                                      </p:cBhvr>
                                    </p:animMotion>
                                    <p:animMotion origin="layout" path="M 0.003125 0.34 L 0.003125 0.526667 E" pathEditMode="relative">
                                      <p:cBhvr from="" to="">
                                        <p:cTn id="34" dur="2600" fill="hold">
                                          <p:stCondLst>
                                            <p:cond delay="36600"/>
                                          </p:stCondLst>
                                        </p:cTn>
                                        <p:tgtEl>
                                          <p:spTgt spid="26"/>
                                        </p:tgtEl>
                                        <p:attrNameLst>
                                          <p:attrName>ppt_x</p:attrName>
                                          <p:attrName>ppt_y</p:attrName>
                                        </p:attrNameLst>
                                      </p:cBhvr>
                                    </p:animMotion>
                                    <p:animMotion origin="layout" path="M 0.003125 0.526667 L 0.003125 0.526667 E" pathEditMode="relative">
                                      <p:cBhvr from="" to="">
                                        <p:cTn id="35" dur="2000" fill="hold">
                                          <p:stCondLst>
                                            <p:cond delay="39200"/>
                                          </p:stCondLst>
                                        </p:cTn>
                                        <p:tgtEl>
                                          <p:spTgt spid="26"/>
                                        </p:tgtEl>
                                        <p:attrNameLst>
                                          <p:attrName>ppt_x</p:attrName>
                                          <p:attrName>ppt_y</p:attrName>
                                        </p:attrNameLst>
                                      </p:cBhvr>
                                    </p:animMotion>
                                    <p:animMotion origin="layout" path="M 0.003125 0.526667 L 0.05 0.526667 E" pathEditMode="relative">
                                      <p:cBhvr from="" to="">
                                        <p:cTn id="36" dur="10" fill="hold">
                                          <p:stCondLst>
                                            <p:cond delay="41200"/>
                                          </p:stCondLst>
                                        </p:cTn>
                                        <p:tgtEl>
                                          <p:spTgt spid="26"/>
                                        </p:tgtEl>
                                        <p:attrNameLst>
                                          <p:attrName>ppt_x</p:attrName>
                                          <p:attrName>ppt_y</p:attrName>
                                        </p:attrNameLst>
                                      </p:cBhvr>
                                    </p:animMotion>
                                    <p:animMotion origin="layout" path="M 0.05 0.526667 L 0.3375 0.306667 E" pathEditMode="relative">
                                      <p:cBhvr from="" to="">
                                        <p:cTn id="37" dur="3500" fill="hold">
                                          <p:stCondLst>
                                            <p:cond delay="41210"/>
                                          </p:stCondLst>
                                        </p:cTn>
                                        <p:tgtEl>
                                          <p:spTgt spid="26"/>
                                        </p:tgtEl>
                                        <p:attrNameLst>
                                          <p:attrName>ppt_x</p:attrName>
                                          <p:attrName>ppt_y</p:attrName>
                                        </p:attrNameLst>
                                      </p:cBhvr>
                                    </p:animMotion>
                                    <p:animMotion origin="layout" path="M 0.3375 0.306667 L 0.3375 0.306667 E" pathEditMode="relative">
                                      <p:cBhvr from="" to="">
                                        <p:cTn id="38" dur="1000" fill="hold">
                                          <p:stCondLst>
                                            <p:cond delay="44710"/>
                                          </p:stCondLst>
                                        </p:cTn>
                                        <p:tgtEl>
                                          <p:spTgt spid="26"/>
                                        </p:tgtEl>
                                        <p:attrNameLst>
                                          <p:attrName>ppt_x</p:attrName>
                                          <p:attrName>ppt_y</p:attrName>
                                        </p:attrNameLst>
                                      </p:cBhvr>
                                    </p:animMotion>
                                    <p:animMotion origin="layout" path="M 0.3375 0.306667 L 0.28125 0.266667 E" pathEditMode="relative">
                                      <p:cBhvr from="" to="">
                                        <p:cTn id="39" dur="10" fill="hold">
                                          <p:stCondLst>
                                            <p:cond delay="45710"/>
                                          </p:stCondLst>
                                        </p:cTn>
                                        <p:tgtEl>
                                          <p:spTgt spid="26"/>
                                        </p:tgtEl>
                                        <p:attrNameLst>
                                          <p:attrName>ppt_x</p:attrName>
                                          <p:attrName>ppt_y</p:attrName>
                                        </p:attrNameLst>
                                      </p:cBhvr>
                                    </p:animMotion>
                                    <p:animMotion origin="layout" path="M 0.28125 0.266667 L 0.25625 0.266667 E" pathEditMode="relative">
                                      <p:cBhvr from="" to="">
                                        <p:cTn id="40" dur="1700" fill="hold">
                                          <p:stCondLst>
                                            <p:cond delay="45720"/>
                                          </p:stCondLst>
                                        </p:cTn>
                                        <p:tgtEl>
                                          <p:spTgt spid="26"/>
                                        </p:tgtEl>
                                        <p:attrNameLst>
                                          <p:attrName>ppt_x</p:attrName>
                                          <p:attrName>ppt_y</p:attrName>
                                        </p:attrNameLst>
                                      </p:cBhvr>
                                    </p:animMotion>
                                    <p:animMotion origin="layout" path="M 0.25625 0.266667 L 0.25625 0.266667 E" pathEditMode="relative">
                                      <p:cBhvr from="" to="">
                                        <p:cTn id="41" dur="800" fill="hold">
                                          <p:stCondLst>
                                            <p:cond delay="47420"/>
                                          </p:stCondLst>
                                        </p:cTn>
                                        <p:tgtEl>
                                          <p:spTgt spid="26"/>
                                        </p:tgtEl>
                                        <p:attrNameLst>
                                          <p:attrName>ppt_x</p:attrName>
                                          <p:attrName>ppt_y</p:attrName>
                                        </p:attrNameLst>
                                      </p:cBhvr>
                                    </p:animMotion>
                                    <p:animMotion origin="layout" path="M 0.25625 0.266667 L 0.10625 0.266667 E" pathEditMode="relative">
                                      <p:cBhvr from="" to="">
                                        <p:cTn id="42" dur="10" fill="hold">
                                          <p:stCondLst>
                                            <p:cond delay="48220"/>
                                          </p:stCondLst>
                                        </p:cTn>
                                        <p:tgtEl>
                                          <p:spTgt spid="26"/>
                                        </p:tgtEl>
                                        <p:attrNameLst>
                                          <p:attrName>ppt_x</p:attrName>
                                          <p:attrName>ppt_y</p:attrName>
                                        </p:attrNameLst>
                                      </p:cBhvr>
                                    </p:animMotion>
                                    <p:animMotion origin="layout" path="M 0.10625 0.266667 L 0.075 0.266667 E" pathEditMode="relative">
                                      <p:cBhvr from="" to="">
                                        <p:cTn id="43" dur="1700" fill="hold">
                                          <p:stCondLst>
                                            <p:cond delay="48230"/>
                                          </p:stCondLst>
                                        </p:cTn>
                                        <p:tgtEl>
                                          <p:spTgt spid="26"/>
                                        </p:tgtEl>
                                        <p:attrNameLst>
                                          <p:attrName>ppt_x</p:attrName>
                                          <p:attrName>ppt_y</p:attrName>
                                        </p:attrNameLst>
                                      </p:cBhvr>
                                    </p:animMotion>
                                    <p:animMotion origin="layout" path="M 0.075 0.266667 L 0.075 0.266667 E" pathEditMode="relative">
                                      <p:cBhvr from="" to="">
                                        <p:cTn id="44" dur="800" fill="hold">
                                          <p:stCondLst>
                                            <p:cond delay="49930"/>
                                          </p:stCondLst>
                                        </p:cTn>
                                        <p:tgtEl>
                                          <p:spTgt spid="26"/>
                                        </p:tgtEl>
                                        <p:attrNameLst>
                                          <p:attrName>ppt_x</p:attrName>
                                          <p:attrName>ppt_y</p:attrName>
                                        </p:attrNameLst>
                                      </p:cBhvr>
                                    </p:animMotion>
                                    <p:animMotion origin="layout" path="M 0.075 0.266667 L 0.003125 0.34 E" pathEditMode="relative">
                                      <p:cBhvr from="" to="">
                                        <p:cTn id="45" dur="10" fill="hold">
                                          <p:stCondLst>
                                            <p:cond delay="50730"/>
                                          </p:stCondLst>
                                        </p:cTn>
                                        <p:tgtEl>
                                          <p:spTgt spid="26"/>
                                        </p:tgtEl>
                                        <p:attrNameLst>
                                          <p:attrName>ppt_x</p:attrName>
                                          <p:attrName>ppt_y</p:attrName>
                                        </p:attrNameLst>
                                      </p:cBhvr>
                                    </p:animMotion>
                                    <p:animMotion origin="layout" path="M 0.003125 0.34 L 0.003125 0.526667 E" pathEditMode="relative">
                                      <p:cBhvr from="" to="">
                                        <p:cTn id="46" dur="2200" fill="hold">
                                          <p:stCondLst>
                                            <p:cond delay="50740"/>
                                          </p:stCondLst>
                                        </p:cTn>
                                        <p:tgtEl>
                                          <p:spTgt spid="26"/>
                                        </p:tgtEl>
                                        <p:attrNameLst>
                                          <p:attrName>ppt_x</p:attrName>
                                          <p:attrName>ppt_y</p:attrName>
                                        </p:attrNameLst>
                                      </p:cBhvr>
                                    </p:animMotion>
                                    <p:animMotion origin="layout" path="M 0.003125 0.526667 L 0.003125 0.526667 E" pathEditMode="relative">
                                      <p:cBhvr from="" to="">
                                        <p:cTn id="47" dur="2000" fill="hold">
                                          <p:stCondLst>
                                            <p:cond delay="52940"/>
                                          </p:stCondLst>
                                        </p:cTn>
                                        <p:tgtEl>
                                          <p:spTgt spid="26"/>
                                        </p:tgtEl>
                                        <p:attrNameLst>
                                          <p:attrName>ppt_x</p:attrName>
                                          <p:attrName>ppt_y</p:attrName>
                                        </p:attrNameLst>
                                      </p:cBhvr>
                                    </p:animMotion>
                                    <p:animMotion origin="layout" path="M 0.003125 0.526667 L 0.075 0.566667 E" pathEditMode="relative">
                                      <p:cBhvr from="" to="">
                                        <p:cTn id="48" dur="10" fill="hold">
                                          <p:stCondLst>
                                            <p:cond delay="54940"/>
                                          </p:stCondLst>
                                        </p:cTn>
                                        <p:tgtEl>
                                          <p:spTgt spid="26"/>
                                        </p:tgtEl>
                                        <p:attrNameLst>
                                          <p:attrName>ppt_x</p:attrName>
                                          <p:attrName>ppt_y</p:attrName>
                                        </p:attrNameLst>
                                      </p:cBhvr>
                                    </p:animMotion>
                                    <p:animMotion origin="layout" path="M 0.075 0.566667 L 0.28125 0.566667 E" pathEditMode="relative">
                                      <p:cBhvr from="" to="">
                                        <p:cTn id="49" dur="3200" fill="hold">
                                          <p:stCondLst>
                                            <p:cond delay="54950"/>
                                          </p:stCondLst>
                                        </p:cTn>
                                        <p:tgtEl>
                                          <p:spTgt spid="26"/>
                                        </p:tgtEl>
                                        <p:attrNameLst>
                                          <p:attrName>ppt_x</p:attrName>
                                          <p:attrName>ppt_y</p:attrName>
                                        </p:attrNameLst>
                                      </p:cBhvr>
                                    </p:animMotion>
                                    <p:animMotion origin="layout" path="M 0.28125 0.566667 L 0.28125 0.566667 E" pathEditMode="relative">
                                      <p:cBhvr from="" to="">
                                        <p:cTn id="50" dur="1500" fill="hold">
                                          <p:stCondLst>
                                            <p:cond delay="58150"/>
                                          </p:stCondLst>
                                        </p:cTn>
                                        <p:tgtEl>
                                          <p:spTgt spid="26"/>
                                        </p:tgtEl>
                                        <p:attrNameLst>
                                          <p:attrName>ppt_x</p:attrName>
                                          <p:attrName>ppt_y</p:attrName>
                                        </p:attrNameLst>
                                      </p:cBhvr>
                                    </p:animMotion>
                                    <p:animMotion origin="layout" path="M 0.28125 0.566667 L 0 0 E" pathEditMode="relative">
                                      <p:cBhvr from="" to="">
                                        <p:cTn id="51" dur="100" fill="hold">
                                          <p:stCondLst>
                                            <p:cond delay="59650"/>
                                          </p:stCondLst>
                                        </p:cTn>
                                        <p:tgtEl>
                                          <p:spTgt spid="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Visual 3 idea-to-choice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061C92-A51F-C1C1-E94D-B9B8524613A8}"/>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A99E6DF5-F0AC-AAE8-8860-493DCC70B9DA}"/>
              </a:ext>
            </a:extLst>
          </p:cNvPr>
          <p:cNvSpPr>
            <a:spLocks noGrp="1"/>
          </p:cNvSpPr>
          <p:nvPr>
            <p:ph type="sldNum" sz="quarter" idx="11"/>
          </p:nvPr>
        </p:nvSpPr>
        <p:spPr/>
        <p:txBody>
          <a:bodyPr/>
          <a:lstStyle/>
          <a:p>
            <a:fld id="{8574A810-7A8E-054F-9F6B-09E9C694ECF9}" type="slidenum">
              <a:rPr lang="en-US" smtClean="0"/>
              <a:pPr/>
              <a:t>3</a:t>
            </a:fld>
            <a:endParaRPr lang="en-US" sz="1100" dirty="0"/>
          </a:p>
        </p:txBody>
      </p:sp>
      <p:sp>
        <p:nvSpPr>
          <p:cNvPr id="4" name="Rectangle 3">
            <a:extLst>
              <a:ext uri="{FF2B5EF4-FFF2-40B4-BE49-F238E27FC236}">
                <a16:creationId xmlns:a16="http://schemas.microsoft.com/office/drawing/2014/main" id="{C9827D53-CAC6-5C61-4260-2C3C7F2B4CC7}"/>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F8F0BCF-2934-700C-6FB4-C1E40F5C929B}"/>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01 / INTAKE</a:t>
            </a:r>
          </a:p>
        </p:txBody>
      </p:sp>
      <p:sp>
        <p:nvSpPr>
          <p:cNvPr id="6" name="TextBox 5">
            <a:extLst>
              <a:ext uri="{FF2B5EF4-FFF2-40B4-BE49-F238E27FC236}">
                <a16:creationId xmlns:a16="http://schemas.microsoft.com/office/drawing/2014/main" id="{2956E609-9B36-3AFD-DF3D-579968481E35}"/>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The writer shapes the brief</a:t>
            </a:r>
          </a:p>
        </p:txBody>
      </p:sp>
      <p:sp>
        <p:nvSpPr>
          <p:cNvPr id="7" name="TextBox 6">
            <a:extLst>
              <a:ext uri="{FF2B5EF4-FFF2-40B4-BE49-F238E27FC236}">
                <a16:creationId xmlns:a16="http://schemas.microsoft.com/office/drawing/2014/main" id="{A0E971B9-6D7C-1486-0227-13893269B00B}"/>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The original idea stays visible while suggestions are decided one by one.</a:t>
            </a:r>
          </a:p>
        </p:txBody>
      </p:sp>
      <p:cxnSp>
        <p:nvCxnSpPr>
          <p:cNvPr id="8" name="Straight Connector 7">
            <a:extLst>
              <a:ext uri="{FF2B5EF4-FFF2-40B4-BE49-F238E27FC236}">
                <a16:creationId xmlns:a16="http://schemas.microsoft.com/office/drawing/2014/main" id="{DBB9C12E-E1C2-230F-478A-E6EEF73D0D38}"/>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7E22B1A4-C0E1-EA9C-72FE-2AF784372113}"/>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3" action="ppaction://hlinksldjump"/>
            <a:extLst>
              <a:ext uri="{FF2B5EF4-FFF2-40B4-BE49-F238E27FC236}">
                <a16:creationId xmlns:a16="http://schemas.microsoft.com/office/drawing/2014/main" id="{E0102FD5-4A30-8631-F80B-B5B7CC713D7F}"/>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4" action="ppaction://hlinksldjump"/>
            <a:extLst>
              <a:ext uri="{FF2B5EF4-FFF2-40B4-BE49-F238E27FC236}">
                <a16:creationId xmlns:a16="http://schemas.microsoft.com/office/drawing/2014/main" id="{58BA659D-2302-9EA2-4E1E-4FB80653243C}"/>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46DE32B8-F2D7-CED0-7916-1ED1D39D9E87}"/>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03</a:t>
            </a:r>
          </a:p>
        </p:txBody>
      </p:sp>
      <p:sp>
        <p:nvSpPr>
          <p:cNvPr id="13" name="Rectangle: Rounded Corners 12">
            <a:extLst>
              <a:ext uri="{FF2B5EF4-FFF2-40B4-BE49-F238E27FC236}">
                <a16:creationId xmlns:a16="http://schemas.microsoft.com/office/drawing/2014/main" id="{5E266809-A6FC-F5A5-93CF-38F8FECF4F94}"/>
              </a:ext>
            </a:extLst>
          </p:cNvPr>
          <p:cNvSpPr/>
          <p:nvPr/>
        </p:nvSpPr>
        <p:spPr>
          <a:xfrm>
            <a:off x="533400" y="2514600"/>
            <a:ext cx="3048000" cy="2921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D3470F9-A441-49D0-62AA-92EA6D58CB81}"/>
              </a:ext>
            </a:extLst>
          </p:cNvPr>
          <p:cNvSpPr/>
          <p:nvPr/>
        </p:nvSpPr>
        <p:spPr>
          <a:xfrm>
            <a:off x="533400" y="2514600"/>
            <a:ext cx="63500" cy="29210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7FD0FE3-61A2-99CF-20BE-7CFF68ABB3B2}"/>
              </a:ext>
            </a:extLst>
          </p:cNvPr>
          <p:cNvSpPr txBox="1"/>
          <p:nvPr/>
        </p:nvSpPr>
        <p:spPr>
          <a:xfrm>
            <a:off x="787400" y="2705100"/>
            <a:ext cx="2540000" cy="2794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START</a:t>
            </a:r>
          </a:p>
        </p:txBody>
      </p:sp>
      <p:sp>
        <p:nvSpPr>
          <p:cNvPr id="16" name="TextBox 15">
            <a:extLst>
              <a:ext uri="{FF2B5EF4-FFF2-40B4-BE49-F238E27FC236}">
                <a16:creationId xmlns:a16="http://schemas.microsoft.com/office/drawing/2014/main" id="{1DB1FF22-8626-DA5D-AC56-9390E3BE1936}"/>
              </a:ext>
            </a:extLst>
          </p:cNvPr>
          <p:cNvSpPr txBox="1"/>
          <p:nvPr/>
        </p:nvSpPr>
        <p:spPr>
          <a:xfrm>
            <a:off x="787400" y="3060700"/>
            <a:ext cx="2540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Your idea</a:t>
            </a:r>
          </a:p>
        </p:txBody>
      </p:sp>
      <p:sp>
        <p:nvSpPr>
          <p:cNvPr id="17" name="TextBox 16">
            <a:extLst>
              <a:ext uri="{FF2B5EF4-FFF2-40B4-BE49-F238E27FC236}">
                <a16:creationId xmlns:a16="http://schemas.microsoft.com/office/drawing/2014/main" id="{2E94A361-9D77-5025-0AF5-301CC9F39403}"/>
              </a:ext>
            </a:extLst>
          </p:cNvPr>
          <p:cNvSpPr txBox="1"/>
          <p:nvPr/>
        </p:nvSpPr>
        <p:spPr>
          <a:xfrm>
            <a:off x="787400" y="3911600"/>
            <a:ext cx="2540000" cy="1397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Premise + genre</a:t>
            </a:r>
          </a:p>
        </p:txBody>
      </p:sp>
      <p:cxnSp>
        <p:nvCxnSpPr>
          <p:cNvPr id="18" name="Straight Connector 17">
            <a:extLst>
              <a:ext uri="{FF2B5EF4-FFF2-40B4-BE49-F238E27FC236}">
                <a16:creationId xmlns:a16="http://schemas.microsoft.com/office/drawing/2014/main" id="{F43FC56E-183D-E0B0-F1C6-A8638C582A7D}"/>
              </a:ext>
            </a:extLst>
          </p:cNvPr>
          <p:cNvCxnSpPr/>
          <p:nvPr/>
        </p:nvCxnSpPr>
        <p:spPr>
          <a:xfrm>
            <a:off x="3733800" y="3924300"/>
            <a:ext cx="647700" cy="0"/>
          </a:xfrm>
          <a:prstGeom prst="line">
            <a:avLst/>
          </a:prstGeom>
          <a:ln w="38100">
            <a:solidFill>
              <a:srgbClr val="F4BC6C"/>
            </a:solidFill>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AEA3E7B0-7938-1EAF-8682-4A3D358E6255}"/>
              </a:ext>
            </a:extLst>
          </p:cNvPr>
          <p:cNvSpPr/>
          <p:nvPr/>
        </p:nvSpPr>
        <p:spPr>
          <a:xfrm>
            <a:off x="4419600" y="2514600"/>
            <a:ext cx="3556000" cy="2921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F4137FF-14FA-273D-BB94-3224C211A517}"/>
              </a:ext>
            </a:extLst>
          </p:cNvPr>
          <p:cNvSpPr/>
          <p:nvPr/>
        </p:nvSpPr>
        <p:spPr>
          <a:xfrm>
            <a:off x="4419600" y="2514600"/>
            <a:ext cx="63500" cy="2921000"/>
          </a:xfrm>
          <a:prstGeom prst="rect">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1A597AF-413E-9E8B-420A-FAE26E6C7442}"/>
              </a:ext>
            </a:extLst>
          </p:cNvPr>
          <p:cNvSpPr txBox="1"/>
          <p:nvPr/>
        </p:nvSpPr>
        <p:spPr>
          <a:xfrm>
            <a:off x="4673600" y="2705100"/>
            <a:ext cx="3048000" cy="279400"/>
          </a:xfrm>
          <a:prstGeom prst="rect">
            <a:avLst/>
          </a:prstGeom>
          <a:noFill/>
        </p:spPr>
        <p:txBody>
          <a:bodyPr vert="horz" wrap="square" lIns="0" tIns="0" rIns="0" bIns="0" rtlCol="0">
            <a:noAutofit/>
          </a:bodyPr>
          <a:lstStyle/>
          <a:p>
            <a:r>
              <a:rPr lang="en-US" sz="1200" b="1">
                <a:solidFill>
                  <a:srgbClr val="AA91FF"/>
                </a:solidFill>
                <a:latin typeface="Inter" panose="020B0604020202020204" charset="0"/>
              </a:rPr>
              <a:t>18 DETAIL CHIPS</a:t>
            </a:r>
          </a:p>
        </p:txBody>
      </p:sp>
      <p:sp>
        <p:nvSpPr>
          <p:cNvPr id="22" name="TextBox 21">
            <a:extLst>
              <a:ext uri="{FF2B5EF4-FFF2-40B4-BE49-F238E27FC236}">
                <a16:creationId xmlns:a16="http://schemas.microsoft.com/office/drawing/2014/main" id="{163872AA-7268-3D9D-3DD2-D324946C6A82}"/>
              </a:ext>
            </a:extLst>
          </p:cNvPr>
          <p:cNvSpPr txBox="1"/>
          <p:nvPr/>
        </p:nvSpPr>
        <p:spPr>
          <a:xfrm>
            <a:off x="4673600" y="3060700"/>
            <a:ext cx="3048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Choose each one</a:t>
            </a:r>
          </a:p>
        </p:txBody>
      </p:sp>
      <p:sp>
        <p:nvSpPr>
          <p:cNvPr id="23" name="TextBox 22">
            <a:extLst>
              <a:ext uri="{FF2B5EF4-FFF2-40B4-BE49-F238E27FC236}">
                <a16:creationId xmlns:a16="http://schemas.microsoft.com/office/drawing/2014/main" id="{4C10238E-34EC-1649-943C-112AE7031C32}"/>
              </a:ext>
            </a:extLst>
          </p:cNvPr>
          <p:cNvSpPr txBox="1"/>
          <p:nvPr/>
        </p:nvSpPr>
        <p:spPr>
          <a:xfrm>
            <a:off x="4673600" y="3911600"/>
            <a:ext cx="3048000" cy="1397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Accept, customize, reject, or defer</a:t>
            </a:r>
          </a:p>
        </p:txBody>
      </p:sp>
      <p:sp>
        <p:nvSpPr>
          <p:cNvPr id="24" name="Rectangle: Rounded Corners 23">
            <a:extLst>
              <a:ext uri="{FF2B5EF4-FFF2-40B4-BE49-F238E27FC236}">
                <a16:creationId xmlns:a16="http://schemas.microsoft.com/office/drawing/2014/main" id="{4F22EE93-3EE1-9343-D7CD-33DD4327C936}"/>
              </a:ext>
            </a:extLst>
          </p:cNvPr>
          <p:cNvSpPr/>
          <p:nvPr/>
        </p:nvSpPr>
        <p:spPr>
          <a:xfrm>
            <a:off x="4737100" y="4533900"/>
            <a:ext cx="342900" cy="101600"/>
          </a:xfrm>
          <a:prstGeom prst="roundRect">
            <a:avLst>
              <a:gd name="adj" fmla="val 20000"/>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B9BD42AA-8E9D-9B4B-5837-5B3627982EE3}"/>
              </a:ext>
            </a:extLst>
          </p:cNvPr>
          <p:cNvSpPr/>
          <p:nvPr/>
        </p:nvSpPr>
        <p:spPr>
          <a:xfrm>
            <a:off x="5232400" y="4533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AD9BA6B4-EF27-BA44-8DA4-26D4A5084F21}"/>
              </a:ext>
            </a:extLst>
          </p:cNvPr>
          <p:cNvSpPr/>
          <p:nvPr/>
        </p:nvSpPr>
        <p:spPr>
          <a:xfrm>
            <a:off x="5727700" y="4533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AB9B36F8-FE2C-45F2-798D-4E964B0F2C54}"/>
              </a:ext>
            </a:extLst>
          </p:cNvPr>
          <p:cNvSpPr/>
          <p:nvPr/>
        </p:nvSpPr>
        <p:spPr>
          <a:xfrm>
            <a:off x="6223000" y="4533900"/>
            <a:ext cx="342900" cy="101600"/>
          </a:xfrm>
          <a:prstGeom prst="roundRect">
            <a:avLst>
              <a:gd name="adj" fmla="val 20000"/>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14F00EC-A3CC-8DF5-8C5E-0244C8D7C13B}"/>
              </a:ext>
            </a:extLst>
          </p:cNvPr>
          <p:cNvSpPr/>
          <p:nvPr/>
        </p:nvSpPr>
        <p:spPr>
          <a:xfrm>
            <a:off x="6718300" y="4533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03BFE40B-66C1-1425-92B8-F4E25B18CFFD}"/>
              </a:ext>
            </a:extLst>
          </p:cNvPr>
          <p:cNvSpPr/>
          <p:nvPr/>
        </p:nvSpPr>
        <p:spPr>
          <a:xfrm>
            <a:off x="7213600" y="4533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07B1C77-3A3C-35D7-65A4-F4666A2BA782}"/>
              </a:ext>
            </a:extLst>
          </p:cNvPr>
          <p:cNvSpPr/>
          <p:nvPr/>
        </p:nvSpPr>
        <p:spPr>
          <a:xfrm>
            <a:off x="4737100" y="47244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22BF9ACD-0A33-8C00-D3A8-7A69E87FAA25}"/>
              </a:ext>
            </a:extLst>
          </p:cNvPr>
          <p:cNvSpPr/>
          <p:nvPr/>
        </p:nvSpPr>
        <p:spPr>
          <a:xfrm>
            <a:off x="5232400" y="47244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C5232F09-0BA1-A1CB-FFB7-01ED2EC9C9FF}"/>
              </a:ext>
            </a:extLst>
          </p:cNvPr>
          <p:cNvSpPr/>
          <p:nvPr/>
        </p:nvSpPr>
        <p:spPr>
          <a:xfrm>
            <a:off x="5727700" y="4724400"/>
            <a:ext cx="342900" cy="101600"/>
          </a:xfrm>
          <a:prstGeom prst="roundRect">
            <a:avLst>
              <a:gd name="adj" fmla="val 20000"/>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CF61BE97-6757-6663-DA61-CFAB18A94462}"/>
              </a:ext>
            </a:extLst>
          </p:cNvPr>
          <p:cNvSpPr/>
          <p:nvPr/>
        </p:nvSpPr>
        <p:spPr>
          <a:xfrm>
            <a:off x="6223000" y="47244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E1D11A6D-6E15-0BB6-02D4-61A775FC482B}"/>
              </a:ext>
            </a:extLst>
          </p:cNvPr>
          <p:cNvSpPr/>
          <p:nvPr/>
        </p:nvSpPr>
        <p:spPr>
          <a:xfrm>
            <a:off x="6718300" y="47244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4B0F829F-910F-F423-0DD6-2FBCD4A233FA}"/>
              </a:ext>
            </a:extLst>
          </p:cNvPr>
          <p:cNvSpPr/>
          <p:nvPr/>
        </p:nvSpPr>
        <p:spPr>
          <a:xfrm>
            <a:off x="7213600" y="4724400"/>
            <a:ext cx="342900" cy="101600"/>
          </a:xfrm>
          <a:prstGeom prst="roundRect">
            <a:avLst>
              <a:gd name="adj" fmla="val 20000"/>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4366DB15-697F-60A4-99D6-57243C029BC3}"/>
              </a:ext>
            </a:extLst>
          </p:cNvPr>
          <p:cNvSpPr/>
          <p:nvPr/>
        </p:nvSpPr>
        <p:spPr>
          <a:xfrm>
            <a:off x="4737100" y="4914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74CDED72-7658-91DA-FA89-DBB99F1B2F29}"/>
              </a:ext>
            </a:extLst>
          </p:cNvPr>
          <p:cNvSpPr/>
          <p:nvPr/>
        </p:nvSpPr>
        <p:spPr>
          <a:xfrm>
            <a:off x="5232400" y="4914900"/>
            <a:ext cx="342900" cy="101600"/>
          </a:xfrm>
          <a:prstGeom prst="roundRect">
            <a:avLst>
              <a:gd name="adj" fmla="val 20000"/>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65E16484-CF01-915C-424E-1CEED1EF81AB}"/>
              </a:ext>
            </a:extLst>
          </p:cNvPr>
          <p:cNvSpPr/>
          <p:nvPr/>
        </p:nvSpPr>
        <p:spPr>
          <a:xfrm>
            <a:off x="5727700" y="4914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13C5509B-1B38-8975-D347-B3B1AC9E002E}"/>
              </a:ext>
            </a:extLst>
          </p:cNvPr>
          <p:cNvSpPr/>
          <p:nvPr/>
        </p:nvSpPr>
        <p:spPr>
          <a:xfrm>
            <a:off x="6223000" y="4914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A5D7C19C-0472-86B2-C99D-4FC33F2BF992}"/>
              </a:ext>
            </a:extLst>
          </p:cNvPr>
          <p:cNvSpPr/>
          <p:nvPr/>
        </p:nvSpPr>
        <p:spPr>
          <a:xfrm>
            <a:off x="6718300" y="4914900"/>
            <a:ext cx="342900" cy="101600"/>
          </a:xfrm>
          <a:prstGeom prst="roundRect">
            <a:avLst>
              <a:gd name="adj" fmla="val 20000"/>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C33BCAF8-F349-D7DD-E485-520C5EC402AC}"/>
              </a:ext>
            </a:extLst>
          </p:cNvPr>
          <p:cNvSpPr/>
          <p:nvPr/>
        </p:nvSpPr>
        <p:spPr>
          <a:xfrm>
            <a:off x="7213600" y="4914900"/>
            <a:ext cx="342900" cy="101600"/>
          </a:xfrm>
          <a:prstGeom prst="roundRect">
            <a:avLst>
              <a:gd name="adj" fmla="val 20000"/>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48F4702E-F6AD-0BDC-28B0-1AFD5D6D7256}"/>
              </a:ext>
            </a:extLst>
          </p:cNvPr>
          <p:cNvCxnSpPr/>
          <p:nvPr/>
        </p:nvCxnSpPr>
        <p:spPr>
          <a:xfrm>
            <a:off x="8115300" y="3924300"/>
            <a:ext cx="647700" cy="0"/>
          </a:xfrm>
          <a:prstGeom prst="line">
            <a:avLst/>
          </a:prstGeom>
          <a:ln w="38100">
            <a:solidFill>
              <a:srgbClr val="F4BC6C"/>
            </a:solidFill>
          </a:ln>
        </p:spPr>
        <p:style>
          <a:lnRef idx="2">
            <a:schemeClr val="accent1"/>
          </a:lnRef>
          <a:fillRef idx="0">
            <a:schemeClr val="accent1"/>
          </a:fillRef>
          <a:effectRef idx="1">
            <a:schemeClr val="accent1"/>
          </a:effectRef>
          <a:fontRef idx="minor">
            <a:schemeClr val="tx1"/>
          </a:fontRef>
        </p:style>
      </p:cxnSp>
      <p:sp>
        <p:nvSpPr>
          <p:cNvPr id="43" name="Rectangle: Rounded Corners 42">
            <a:extLst>
              <a:ext uri="{FF2B5EF4-FFF2-40B4-BE49-F238E27FC236}">
                <a16:creationId xmlns:a16="http://schemas.microsoft.com/office/drawing/2014/main" id="{4A8E0BF3-D6A6-20DE-E361-4760ECC8A4FF}"/>
              </a:ext>
            </a:extLst>
          </p:cNvPr>
          <p:cNvSpPr/>
          <p:nvPr/>
        </p:nvSpPr>
        <p:spPr>
          <a:xfrm>
            <a:off x="8826500" y="2514600"/>
            <a:ext cx="2819400" cy="2921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AEDC954-9071-8BBB-69BE-090565B7A964}"/>
              </a:ext>
            </a:extLst>
          </p:cNvPr>
          <p:cNvSpPr/>
          <p:nvPr/>
        </p:nvSpPr>
        <p:spPr>
          <a:xfrm>
            <a:off x="8826500" y="2514600"/>
            <a:ext cx="63500" cy="29210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8A84958D-9BBD-B6DD-817D-BFA0C557FE11}"/>
              </a:ext>
            </a:extLst>
          </p:cNvPr>
          <p:cNvSpPr txBox="1"/>
          <p:nvPr/>
        </p:nvSpPr>
        <p:spPr>
          <a:xfrm>
            <a:off x="9080500" y="2705100"/>
            <a:ext cx="2311400" cy="2794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HUMAN GATE</a:t>
            </a:r>
          </a:p>
        </p:txBody>
      </p:sp>
      <p:sp>
        <p:nvSpPr>
          <p:cNvPr id="46" name="TextBox 45">
            <a:extLst>
              <a:ext uri="{FF2B5EF4-FFF2-40B4-BE49-F238E27FC236}">
                <a16:creationId xmlns:a16="http://schemas.microsoft.com/office/drawing/2014/main" id="{B40E6CD5-BCB3-6EFE-4429-6EC5166003BB}"/>
              </a:ext>
            </a:extLst>
          </p:cNvPr>
          <p:cNvSpPr txBox="1"/>
          <p:nvPr/>
        </p:nvSpPr>
        <p:spPr>
          <a:xfrm>
            <a:off x="9080500" y="3060700"/>
            <a:ext cx="23114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Confirm brief</a:t>
            </a:r>
          </a:p>
        </p:txBody>
      </p:sp>
      <p:sp>
        <p:nvSpPr>
          <p:cNvPr id="47" name="TextBox 46">
            <a:extLst>
              <a:ext uri="{FF2B5EF4-FFF2-40B4-BE49-F238E27FC236}">
                <a16:creationId xmlns:a16="http://schemas.microsoft.com/office/drawing/2014/main" id="{E3B66D26-2AEF-4F2B-97E6-9E0093986D29}"/>
              </a:ext>
            </a:extLst>
          </p:cNvPr>
          <p:cNvSpPr txBox="1"/>
          <p:nvPr/>
        </p:nvSpPr>
        <p:spPr>
          <a:xfrm>
            <a:off x="9080500" y="3911600"/>
            <a:ext cx="2311400" cy="1397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Only chosen details become constraints</a:t>
            </a:r>
          </a:p>
        </p:txBody>
      </p:sp>
    </p:spTree>
    <p:extLst>
      <p:ext uri="{BB962C8B-B14F-4D97-AF65-F5344CB8AC3E}">
        <p14:creationId xmlns:p14="http://schemas.microsoft.com/office/powerpoint/2010/main" val="3538808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Visual 4 sources-gat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CCD70FE-5EE1-3297-8CF9-6974D14B6129}"/>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10394AA9-03A2-5E2E-7866-56592CC75EA2}"/>
              </a:ext>
            </a:extLst>
          </p:cNvPr>
          <p:cNvSpPr>
            <a:spLocks noGrp="1"/>
          </p:cNvSpPr>
          <p:nvPr>
            <p:ph type="sldNum" sz="quarter" idx="11"/>
          </p:nvPr>
        </p:nvSpPr>
        <p:spPr/>
        <p:txBody>
          <a:bodyPr/>
          <a:lstStyle/>
          <a:p>
            <a:fld id="{8574A810-7A8E-054F-9F6B-09E9C694ECF9}" type="slidenum">
              <a:rPr lang="en-US" smtClean="0"/>
              <a:pPr/>
              <a:t>4</a:t>
            </a:fld>
            <a:endParaRPr lang="en-US" sz="1100" dirty="0"/>
          </a:p>
        </p:txBody>
      </p:sp>
      <p:sp>
        <p:nvSpPr>
          <p:cNvPr id="4" name="Rectangle 3">
            <a:extLst>
              <a:ext uri="{FF2B5EF4-FFF2-40B4-BE49-F238E27FC236}">
                <a16:creationId xmlns:a16="http://schemas.microsoft.com/office/drawing/2014/main" id="{DBA909ED-0CBC-E236-FC78-15278C740B54}"/>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638B5E-39F1-15E6-7528-9D290F597FE0}"/>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02 / RESEARCH</a:t>
            </a:r>
          </a:p>
        </p:txBody>
      </p:sp>
      <p:sp>
        <p:nvSpPr>
          <p:cNvPr id="6" name="TextBox 5">
            <a:extLst>
              <a:ext uri="{FF2B5EF4-FFF2-40B4-BE49-F238E27FC236}">
                <a16:creationId xmlns:a16="http://schemas.microsoft.com/office/drawing/2014/main" id="{157E2537-4CFB-ADCF-5F58-6F7161B81860}"/>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Evidence before planning</a:t>
            </a:r>
          </a:p>
        </p:txBody>
      </p:sp>
      <p:sp>
        <p:nvSpPr>
          <p:cNvPr id="7" name="TextBox 6">
            <a:extLst>
              <a:ext uri="{FF2B5EF4-FFF2-40B4-BE49-F238E27FC236}">
                <a16:creationId xmlns:a16="http://schemas.microsoft.com/office/drawing/2014/main" id="{0F3456DF-714A-6685-9047-32F6339B2E6B}"/>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Both provider outcomes enter a versioned dossier, then the writer accepts the exact current version.</a:t>
            </a:r>
          </a:p>
        </p:txBody>
      </p:sp>
      <p:cxnSp>
        <p:nvCxnSpPr>
          <p:cNvPr id="8" name="Straight Connector 7">
            <a:extLst>
              <a:ext uri="{FF2B5EF4-FFF2-40B4-BE49-F238E27FC236}">
                <a16:creationId xmlns:a16="http://schemas.microsoft.com/office/drawing/2014/main" id="{A420B2F1-B512-02B4-8085-AF1D682D6B01}"/>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A33A040E-D60F-66D3-7960-29FADA2817DE}"/>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F6192480-6280-D0E2-5146-020F251FB765}"/>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5" action="ppaction://hlinksldjump"/>
            <a:extLst>
              <a:ext uri="{FF2B5EF4-FFF2-40B4-BE49-F238E27FC236}">
                <a16:creationId xmlns:a16="http://schemas.microsoft.com/office/drawing/2014/main" id="{17C511FB-580F-B7FB-1B7A-A63CA4C29905}"/>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34AEECC7-F557-7413-D144-B08E41BBD4CA}"/>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04</a:t>
            </a:r>
          </a:p>
        </p:txBody>
      </p:sp>
      <p:sp>
        <p:nvSpPr>
          <p:cNvPr id="13" name="Rectangle: Rounded Corners 12">
            <a:extLst>
              <a:ext uri="{FF2B5EF4-FFF2-40B4-BE49-F238E27FC236}">
                <a16:creationId xmlns:a16="http://schemas.microsoft.com/office/drawing/2014/main" id="{56ED3D71-37E7-4D55-C8A0-4F2A782063F4}"/>
              </a:ext>
            </a:extLst>
          </p:cNvPr>
          <p:cNvSpPr/>
          <p:nvPr/>
        </p:nvSpPr>
        <p:spPr>
          <a:xfrm>
            <a:off x="546100" y="2501900"/>
            <a:ext cx="3175000" cy="1651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11D2978-FDB6-C6BE-7F6A-9A1C63364CDC}"/>
              </a:ext>
            </a:extLst>
          </p:cNvPr>
          <p:cNvSpPr/>
          <p:nvPr/>
        </p:nvSpPr>
        <p:spPr>
          <a:xfrm>
            <a:off x="546100" y="2501900"/>
            <a:ext cx="63500" cy="16510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A32AFDA-CE6A-C21B-91D8-DCB93EF87EBB}"/>
              </a:ext>
            </a:extLst>
          </p:cNvPr>
          <p:cNvSpPr txBox="1"/>
          <p:nvPr/>
        </p:nvSpPr>
        <p:spPr>
          <a:xfrm>
            <a:off x="800100" y="2692400"/>
            <a:ext cx="2667000" cy="2794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SOURCE 01</a:t>
            </a:r>
          </a:p>
        </p:txBody>
      </p:sp>
      <p:sp>
        <p:nvSpPr>
          <p:cNvPr id="16" name="TextBox 15">
            <a:extLst>
              <a:ext uri="{FF2B5EF4-FFF2-40B4-BE49-F238E27FC236}">
                <a16:creationId xmlns:a16="http://schemas.microsoft.com/office/drawing/2014/main" id="{BCCA9A50-71D0-E48D-D5E3-E4233E6ADE11}"/>
              </a:ext>
            </a:extLst>
          </p:cNvPr>
          <p:cNvSpPr txBox="1"/>
          <p:nvPr/>
        </p:nvSpPr>
        <p:spPr>
          <a:xfrm>
            <a:off x="800100" y="3048000"/>
            <a:ext cx="2667000" cy="5080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NYT Books</a:t>
            </a:r>
          </a:p>
        </p:txBody>
      </p:sp>
      <p:sp>
        <p:nvSpPr>
          <p:cNvPr id="17" name="TextBox 16">
            <a:extLst>
              <a:ext uri="{FF2B5EF4-FFF2-40B4-BE49-F238E27FC236}">
                <a16:creationId xmlns:a16="http://schemas.microsoft.com/office/drawing/2014/main" id="{B66896BA-2766-FC70-BBDC-D3F3A32585DB}"/>
              </a:ext>
            </a:extLst>
          </p:cNvPr>
          <p:cNvSpPr txBox="1"/>
          <p:nvPr/>
        </p:nvSpPr>
        <p:spPr>
          <a:xfrm>
            <a:off x="800100" y="3644900"/>
            <a:ext cx="2667000" cy="317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Outcome + metadata</a:t>
            </a:r>
          </a:p>
        </p:txBody>
      </p:sp>
      <p:sp>
        <p:nvSpPr>
          <p:cNvPr id="18" name="Rectangle: Rounded Corners 17">
            <a:extLst>
              <a:ext uri="{FF2B5EF4-FFF2-40B4-BE49-F238E27FC236}">
                <a16:creationId xmlns:a16="http://schemas.microsoft.com/office/drawing/2014/main" id="{B4BB2982-666F-ED65-FB51-D3249FE39A51}"/>
              </a:ext>
            </a:extLst>
          </p:cNvPr>
          <p:cNvSpPr/>
          <p:nvPr/>
        </p:nvSpPr>
        <p:spPr>
          <a:xfrm>
            <a:off x="546100" y="4330700"/>
            <a:ext cx="3175000" cy="1651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4897014-5BE2-2C32-0134-5A9C507CCD34}"/>
              </a:ext>
            </a:extLst>
          </p:cNvPr>
          <p:cNvSpPr/>
          <p:nvPr/>
        </p:nvSpPr>
        <p:spPr>
          <a:xfrm>
            <a:off x="546100" y="4330700"/>
            <a:ext cx="63500" cy="16510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84A71C7-1003-9F43-E35C-9E8A71EA03F5}"/>
              </a:ext>
            </a:extLst>
          </p:cNvPr>
          <p:cNvSpPr txBox="1"/>
          <p:nvPr/>
        </p:nvSpPr>
        <p:spPr>
          <a:xfrm>
            <a:off x="800100" y="4521200"/>
            <a:ext cx="2667000" cy="2794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SOURCE 02</a:t>
            </a:r>
          </a:p>
        </p:txBody>
      </p:sp>
      <p:sp>
        <p:nvSpPr>
          <p:cNvPr id="21" name="TextBox 20">
            <a:extLst>
              <a:ext uri="{FF2B5EF4-FFF2-40B4-BE49-F238E27FC236}">
                <a16:creationId xmlns:a16="http://schemas.microsoft.com/office/drawing/2014/main" id="{FA1E3BC7-785F-6178-4C31-1120DA49163B}"/>
              </a:ext>
            </a:extLst>
          </p:cNvPr>
          <p:cNvSpPr txBox="1"/>
          <p:nvPr/>
        </p:nvSpPr>
        <p:spPr>
          <a:xfrm>
            <a:off x="800100" y="4876800"/>
            <a:ext cx="2667000" cy="5080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Gutendex</a:t>
            </a:r>
          </a:p>
        </p:txBody>
      </p:sp>
      <p:sp>
        <p:nvSpPr>
          <p:cNvPr id="22" name="TextBox 21">
            <a:extLst>
              <a:ext uri="{FF2B5EF4-FFF2-40B4-BE49-F238E27FC236}">
                <a16:creationId xmlns:a16="http://schemas.microsoft.com/office/drawing/2014/main" id="{94E57F5B-5AF5-DC22-70D2-D55188AAE2A3}"/>
              </a:ext>
            </a:extLst>
          </p:cNvPr>
          <p:cNvSpPr txBox="1"/>
          <p:nvPr/>
        </p:nvSpPr>
        <p:spPr>
          <a:xfrm>
            <a:off x="800100" y="5473700"/>
            <a:ext cx="2667000" cy="317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Outcome + permitted text</a:t>
            </a:r>
          </a:p>
        </p:txBody>
      </p:sp>
      <p:cxnSp>
        <p:nvCxnSpPr>
          <p:cNvPr id="23" name="Straight Connector 22">
            <a:extLst>
              <a:ext uri="{FF2B5EF4-FFF2-40B4-BE49-F238E27FC236}">
                <a16:creationId xmlns:a16="http://schemas.microsoft.com/office/drawing/2014/main" id="{0F58CD7F-E5D6-9CFB-9F6E-89EBC3995CB8}"/>
              </a:ext>
            </a:extLst>
          </p:cNvPr>
          <p:cNvCxnSpPr/>
          <p:nvPr/>
        </p:nvCxnSpPr>
        <p:spPr>
          <a:xfrm>
            <a:off x="3810000" y="3683000"/>
            <a:ext cx="838200" cy="0"/>
          </a:xfrm>
          <a:prstGeom prst="line">
            <a:avLst/>
          </a:prstGeom>
          <a:ln w="38100">
            <a:solidFill>
              <a:srgbClr val="53D9E9"/>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41F761A-8A4A-459A-A24D-26CA7005323C}"/>
              </a:ext>
            </a:extLst>
          </p:cNvPr>
          <p:cNvCxnSpPr/>
          <p:nvPr/>
        </p:nvCxnSpPr>
        <p:spPr>
          <a:xfrm flipV="1">
            <a:off x="3810000" y="4216400"/>
            <a:ext cx="838200" cy="952500"/>
          </a:xfrm>
          <a:prstGeom prst="line">
            <a:avLst/>
          </a:prstGeom>
          <a:ln w="38100">
            <a:solidFill>
              <a:srgbClr val="53D9E9"/>
            </a:solidFill>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42A63BC1-A007-10B4-44C3-AB5F9BE50BB7}"/>
              </a:ext>
            </a:extLst>
          </p:cNvPr>
          <p:cNvSpPr/>
          <p:nvPr/>
        </p:nvSpPr>
        <p:spPr>
          <a:xfrm>
            <a:off x="4699000" y="2755900"/>
            <a:ext cx="3810000" cy="2794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6BFD8D3-64EA-8E7E-E2C0-9F794A1739B4}"/>
              </a:ext>
            </a:extLst>
          </p:cNvPr>
          <p:cNvSpPr/>
          <p:nvPr/>
        </p:nvSpPr>
        <p:spPr>
          <a:xfrm>
            <a:off x="4699000" y="2755900"/>
            <a:ext cx="63500" cy="27940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2F146AE-EF27-F2F6-EED8-BD9D5FE80E3F}"/>
              </a:ext>
            </a:extLst>
          </p:cNvPr>
          <p:cNvSpPr txBox="1"/>
          <p:nvPr/>
        </p:nvSpPr>
        <p:spPr>
          <a:xfrm>
            <a:off x="4953000" y="2946400"/>
            <a:ext cx="3302000" cy="2794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VERSIONED</a:t>
            </a:r>
          </a:p>
        </p:txBody>
      </p:sp>
      <p:sp>
        <p:nvSpPr>
          <p:cNvPr id="28" name="TextBox 27">
            <a:extLst>
              <a:ext uri="{FF2B5EF4-FFF2-40B4-BE49-F238E27FC236}">
                <a16:creationId xmlns:a16="http://schemas.microsoft.com/office/drawing/2014/main" id="{0567EED8-A4A3-AB9C-FF75-30B2F4E0BB03}"/>
              </a:ext>
            </a:extLst>
          </p:cNvPr>
          <p:cNvSpPr txBox="1"/>
          <p:nvPr/>
        </p:nvSpPr>
        <p:spPr>
          <a:xfrm>
            <a:off x="4953000" y="3302000"/>
            <a:ext cx="3302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Research dossier</a:t>
            </a:r>
          </a:p>
        </p:txBody>
      </p:sp>
      <p:sp>
        <p:nvSpPr>
          <p:cNvPr id="29" name="TextBox 28">
            <a:extLst>
              <a:ext uri="{FF2B5EF4-FFF2-40B4-BE49-F238E27FC236}">
                <a16:creationId xmlns:a16="http://schemas.microsoft.com/office/drawing/2014/main" id="{09FFBD08-AB03-552A-3326-7B26D23E4AE7}"/>
              </a:ext>
            </a:extLst>
          </p:cNvPr>
          <p:cNvSpPr txBox="1"/>
          <p:nvPr/>
        </p:nvSpPr>
        <p:spPr>
          <a:xfrm>
            <a:off x="4953000" y="4152900"/>
            <a:ext cx="3302000" cy="1270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Source · confidence · missing evidence</a:t>
            </a:r>
          </a:p>
        </p:txBody>
      </p:sp>
      <p:cxnSp>
        <p:nvCxnSpPr>
          <p:cNvPr id="30" name="Straight Connector 29">
            <a:extLst>
              <a:ext uri="{FF2B5EF4-FFF2-40B4-BE49-F238E27FC236}">
                <a16:creationId xmlns:a16="http://schemas.microsoft.com/office/drawing/2014/main" id="{96A29F3C-B334-06B9-C494-7C88D987B9EE}"/>
              </a:ext>
            </a:extLst>
          </p:cNvPr>
          <p:cNvCxnSpPr/>
          <p:nvPr/>
        </p:nvCxnSpPr>
        <p:spPr>
          <a:xfrm>
            <a:off x="8636000" y="4127500"/>
            <a:ext cx="571500" cy="0"/>
          </a:xfrm>
          <a:prstGeom prst="line">
            <a:avLst/>
          </a:prstGeom>
          <a:ln w="38100">
            <a:solidFill>
              <a:srgbClr val="F4BC6C"/>
            </a:solidFill>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22951EF3-7FF4-3F14-3F17-5936E0A44A20}"/>
              </a:ext>
            </a:extLst>
          </p:cNvPr>
          <p:cNvSpPr/>
          <p:nvPr/>
        </p:nvSpPr>
        <p:spPr>
          <a:xfrm>
            <a:off x="9245600" y="2755900"/>
            <a:ext cx="2413000" cy="2794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B7D9D3F-BC59-9CA7-F7C6-E0C6665647AA}"/>
              </a:ext>
            </a:extLst>
          </p:cNvPr>
          <p:cNvSpPr/>
          <p:nvPr/>
        </p:nvSpPr>
        <p:spPr>
          <a:xfrm>
            <a:off x="9245600" y="2755900"/>
            <a:ext cx="63500" cy="27940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0B2EE4F-1654-0974-C278-0049AD3F549C}"/>
              </a:ext>
            </a:extLst>
          </p:cNvPr>
          <p:cNvSpPr txBox="1"/>
          <p:nvPr/>
        </p:nvSpPr>
        <p:spPr>
          <a:xfrm>
            <a:off x="9499600" y="2946400"/>
            <a:ext cx="1905000" cy="2794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WRITER</a:t>
            </a:r>
          </a:p>
        </p:txBody>
      </p:sp>
      <p:sp>
        <p:nvSpPr>
          <p:cNvPr id="34" name="TextBox 33">
            <a:extLst>
              <a:ext uri="{FF2B5EF4-FFF2-40B4-BE49-F238E27FC236}">
                <a16:creationId xmlns:a16="http://schemas.microsoft.com/office/drawing/2014/main" id="{CF649D0B-ADA4-90D2-310F-4384D1F14B7A}"/>
              </a:ext>
            </a:extLst>
          </p:cNvPr>
          <p:cNvSpPr txBox="1"/>
          <p:nvPr/>
        </p:nvSpPr>
        <p:spPr>
          <a:xfrm>
            <a:off x="9499600" y="3302000"/>
            <a:ext cx="1905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Accept exact version</a:t>
            </a:r>
          </a:p>
        </p:txBody>
      </p:sp>
      <p:sp>
        <p:nvSpPr>
          <p:cNvPr id="35" name="TextBox 34">
            <a:extLst>
              <a:ext uri="{FF2B5EF4-FFF2-40B4-BE49-F238E27FC236}">
                <a16:creationId xmlns:a16="http://schemas.microsoft.com/office/drawing/2014/main" id="{3432F5A1-CA5B-A1E4-70D4-D62479C11D7E}"/>
              </a:ext>
            </a:extLst>
          </p:cNvPr>
          <p:cNvSpPr txBox="1"/>
          <p:nvPr/>
        </p:nvSpPr>
        <p:spPr>
          <a:xfrm>
            <a:off x="9499600" y="4152900"/>
            <a:ext cx="1905000" cy="1270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Required evidence opens planning</a:t>
            </a:r>
          </a:p>
        </p:txBody>
      </p:sp>
    </p:spTree>
    <p:extLst>
      <p:ext uri="{BB962C8B-B14F-4D97-AF65-F5344CB8AC3E}">
        <p14:creationId xmlns:p14="http://schemas.microsoft.com/office/powerpoint/2010/main" val="1586448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Visual 5 bible-fa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2617F76-46B8-DDB7-4753-2679328E395A}"/>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7B1E4C2D-ADCE-4A22-3208-3F80237C7F46}"/>
              </a:ext>
            </a:extLst>
          </p:cNvPr>
          <p:cNvSpPr>
            <a:spLocks noGrp="1"/>
          </p:cNvSpPr>
          <p:nvPr>
            <p:ph type="sldNum" sz="quarter" idx="11"/>
          </p:nvPr>
        </p:nvSpPr>
        <p:spPr/>
        <p:txBody>
          <a:bodyPr/>
          <a:lstStyle/>
          <a:p>
            <a:fld id="{8574A810-7A8E-054F-9F6B-09E9C694ECF9}" type="slidenum">
              <a:rPr lang="en-US" smtClean="0"/>
              <a:pPr/>
              <a:t>5</a:t>
            </a:fld>
            <a:endParaRPr lang="en-US" sz="1100" dirty="0"/>
          </a:p>
        </p:txBody>
      </p:sp>
      <p:sp>
        <p:nvSpPr>
          <p:cNvPr id="4" name="Rectangle 3">
            <a:extLst>
              <a:ext uri="{FF2B5EF4-FFF2-40B4-BE49-F238E27FC236}">
                <a16:creationId xmlns:a16="http://schemas.microsoft.com/office/drawing/2014/main" id="{2F82F581-2219-9C14-903B-9F79E739D1A7}"/>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24F4A3B-8C3C-0AC6-7BA0-0B51F4837979}"/>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AA91FF"/>
                </a:solidFill>
                <a:latin typeface="Inter" panose="020B0604020202020204" charset="0"/>
              </a:rPr>
              <a:t>03 / BIBLE</a:t>
            </a:r>
          </a:p>
        </p:txBody>
      </p:sp>
      <p:sp>
        <p:nvSpPr>
          <p:cNvPr id="6" name="TextBox 5">
            <a:extLst>
              <a:ext uri="{FF2B5EF4-FFF2-40B4-BE49-F238E27FC236}">
                <a16:creationId xmlns:a16="http://schemas.microsoft.com/office/drawing/2014/main" id="{62837A26-3759-2870-7048-0F24A45C53CF}"/>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Three plans. One approved version.</a:t>
            </a:r>
          </a:p>
        </p:txBody>
      </p:sp>
      <p:sp>
        <p:nvSpPr>
          <p:cNvPr id="7" name="TextBox 6">
            <a:extLst>
              <a:ext uri="{FF2B5EF4-FFF2-40B4-BE49-F238E27FC236}">
                <a16:creationId xmlns:a16="http://schemas.microsoft.com/office/drawing/2014/main" id="{4B6EC5AA-0A68-F6E1-5F74-91521141EA0C}"/>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Candidate plans share stable facts and chapter assignments. The writer resolves conflicts.</a:t>
            </a:r>
          </a:p>
        </p:txBody>
      </p:sp>
      <p:cxnSp>
        <p:nvCxnSpPr>
          <p:cNvPr id="8" name="Straight Connector 7">
            <a:extLst>
              <a:ext uri="{FF2B5EF4-FFF2-40B4-BE49-F238E27FC236}">
                <a16:creationId xmlns:a16="http://schemas.microsoft.com/office/drawing/2014/main" id="{99C8292C-3E42-7FB0-CB27-8622835983C4}"/>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F4B6628B-9CE1-B77B-4357-B171671D9748}"/>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E3655F53-53E2-C60F-55CC-0305431C374A}"/>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5" action="ppaction://hlinksldjump"/>
            <a:extLst>
              <a:ext uri="{FF2B5EF4-FFF2-40B4-BE49-F238E27FC236}">
                <a16:creationId xmlns:a16="http://schemas.microsoft.com/office/drawing/2014/main" id="{374E568E-E975-316C-2E96-57376369729A}"/>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AF7A3C75-B673-8718-FD11-20691C7F560A}"/>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05</a:t>
            </a:r>
          </a:p>
        </p:txBody>
      </p:sp>
      <p:sp>
        <p:nvSpPr>
          <p:cNvPr id="13" name="Rectangle: Rounded Corners 12">
            <a:extLst>
              <a:ext uri="{FF2B5EF4-FFF2-40B4-BE49-F238E27FC236}">
                <a16:creationId xmlns:a16="http://schemas.microsoft.com/office/drawing/2014/main" id="{39006739-9012-18C6-420C-305580462154}"/>
              </a:ext>
            </a:extLst>
          </p:cNvPr>
          <p:cNvSpPr/>
          <p:nvPr/>
        </p:nvSpPr>
        <p:spPr>
          <a:xfrm>
            <a:off x="571500" y="2730500"/>
            <a:ext cx="2413000" cy="2349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C11CDB-2213-107B-489A-68FF464C4F75}"/>
              </a:ext>
            </a:extLst>
          </p:cNvPr>
          <p:cNvSpPr/>
          <p:nvPr/>
        </p:nvSpPr>
        <p:spPr>
          <a:xfrm>
            <a:off x="571500" y="2730500"/>
            <a:ext cx="63500" cy="2349500"/>
          </a:xfrm>
          <a:prstGeom prst="rect">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2969043-9893-C2E5-DCE8-F581D0BA1597}"/>
              </a:ext>
            </a:extLst>
          </p:cNvPr>
          <p:cNvSpPr txBox="1"/>
          <p:nvPr/>
        </p:nvSpPr>
        <p:spPr>
          <a:xfrm>
            <a:off x="825500" y="2921000"/>
            <a:ext cx="1905000" cy="279400"/>
          </a:xfrm>
          <a:prstGeom prst="rect">
            <a:avLst/>
          </a:prstGeom>
          <a:noFill/>
        </p:spPr>
        <p:txBody>
          <a:bodyPr vert="horz" wrap="square" lIns="0" tIns="0" rIns="0" bIns="0" rtlCol="0">
            <a:noAutofit/>
          </a:bodyPr>
          <a:lstStyle/>
          <a:p>
            <a:r>
              <a:rPr lang="en-US" sz="1200" b="1">
                <a:solidFill>
                  <a:srgbClr val="AA91FF"/>
                </a:solidFill>
                <a:latin typeface="Inter" panose="020B0604020202020204" charset="0"/>
              </a:rPr>
              <a:t>BIBLE A</a:t>
            </a:r>
          </a:p>
        </p:txBody>
      </p:sp>
      <p:sp>
        <p:nvSpPr>
          <p:cNvPr id="16" name="TextBox 15">
            <a:extLst>
              <a:ext uri="{FF2B5EF4-FFF2-40B4-BE49-F238E27FC236}">
                <a16:creationId xmlns:a16="http://schemas.microsoft.com/office/drawing/2014/main" id="{D57A4578-26C2-F6E9-42DE-31F20DB82F31}"/>
              </a:ext>
            </a:extLst>
          </p:cNvPr>
          <p:cNvSpPr txBox="1"/>
          <p:nvPr/>
        </p:nvSpPr>
        <p:spPr>
          <a:xfrm>
            <a:off x="825500" y="3276600"/>
            <a:ext cx="1905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Plan A</a:t>
            </a:r>
          </a:p>
        </p:txBody>
      </p:sp>
      <p:sp>
        <p:nvSpPr>
          <p:cNvPr id="17" name="TextBox 16">
            <a:extLst>
              <a:ext uri="{FF2B5EF4-FFF2-40B4-BE49-F238E27FC236}">
                <a16:creationId xmlns:a16="http://schemas.microsoft.com/office/drawing/2014/main" id="{5CBE7763-512B-B967-ABB6-302CCB921D63}"/>
              </a:ext>
            </a:extLst>
          </p:cNvPr>
          <p:cNvSpPr txBox="1"/>
          <p:nvPr/>
        </p:nvSpPr>
        <p:spPr>
          <a:xfrm>
            <a:off x="825500" y="4127500"/>
            <a:ext cx="1905000" cy="825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Facts + 3 beats</a:t>
            </a:r>
          </a:p>
        </p:txBody>
      </p:sp>
      <p:sp>
        <p:nvSpPr>
          <p:cNvPr id="18" name="Rectangle: Rounded Corners 17">
            <a:extLst>
              <a:ext uri="{FF2B5EF4-FFF2-40B4-BE49-F238E27FC236}">
                <a16:creationId xmlns:a16="http://schemas.microsoft.com/office/drawing/2014/main" id="{2C76FD4B-7000-8426-912C-523E8397AFEE}"/>
              </a:ext>
            </a:extLst>
          </p:cNvPr>
          <p:cNvSpPr/>
          <p:nvPr/>
        </p:nvSpPr>
        <p:spPr>
          <a:xfrm>
            <a:off x="3314700" y="2730500"/>
            <a:ext cx="2413000" cy="2349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68EDCA-A85B-76E0-4AEF-9DF7C2BAF5D5}"/>
              </a:ext>
            </a:extLst>
          </p:cNvPr>
          <p:cNvSpPr/>
          <p:nvPr/>
        </p:nvSpPr>
        <p:spPr>
          <a:xfrm>
            <a:off x="3314700" y="2730500"/>
            <a:ext cx="63500" cy="2349500"/>
          </a:xfrm>
          <a:prstGeom prst="rect">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68CF00E-5F6B-17EA-9BB9-7286492222A0}"/>
              </a:ext>
            </a:extLst>
          </p:cNvPr>
          <p:cNvSpPr txBox="1"/>
          <p:nvPr/>
        </p:nvSpPr>
        <p:spPr>
          <a:xfrm>
            <a:off x="3568700" y="2921000"/>
            <a:ext cx="1905000" cy="279400"/>
          </a:xfrm>
          <a:prstGeom prst="rect">
            <a:avLst/>
          </a:prstGeom>
          <a:noFill/>
        </p:spPr>
        <p:txBody>
          <a:bodyPr vert="horz" wrap="square" lIns="0" tIns="0" rIns="0" bIns="0" rtlCol="0">
            <a:noAutofit/>
          </a:bodyPr>
          <a:lstStyle/>
          <a:p>
            <a:r>
              <a:rPr lang="en-US" sz="1200" b="1">
                <a:solidFill>
                  <a:srgbClr val="AA91FF"/>
                </a:solidFill>
                <a:latin typeface="Inter" panose="020B0604020202020204" charset="0"/>
              </a:rPr>
              <a:t>BIBLE B</a:t>
            </a:r>
          </a:p>
        </p:txBody>
      </p:sp>
      <p:sp>
        <p:nvSpPr>
          <p:cNvPr id="21" name="TextBox 20">
            <a:extLst>
              <a:ext uri="{FF2B5EF4-FFF2-40B4-BE49-F238E27FC236}">
                <a16:creationId xmlns:a16="http://schemas.microsoft.com/office/drawing/2014/main" id="{19856AD7-E679-52D7-D152-5A58CD8FF416}"/>
              </a:ext>
            </a:extLst>
          </p:cNvPr>
          <p:cNvSpPr txBox="1"/>
          <p:nvPr/>
        </p:nvSpPr>
        <p:spPr>
          <a:xfrm>
            <a:off x="3568700" y="3276600"/>
            <a:ext cx="1905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Plan B</a:t>
            </a:r>
          </a:p>
        </p:txBody>
      </p:sp>
      <p:sp>
        <p:nvSpPr>
          <p:cNvPr id="22" name="TextBox 21">
            <a:extLst>
              <a:ext uri="{FF2B5EF4-FFF2-40B4-BE49-F238E27FC236}">
                <a16:creationId xmlns:a16="http://schemas.microsoft.com/office/drawing/2014/main" id="{2B7F71BB-E3D0-7E47-2318-750390C2047B}"/>
              </a:ext>
            </a:extLst>
          </p:cNvPr>
          <p:cNvSpPr txBox="1"/>
          <p:nvPr/>
        </p:nvSpPr>
        <p:spPr>
          <a:xfrm>
            <a:off x="3568700" y="4127500"/>
            <a:ext cx="1905000" cy="825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Facts + 3 beats</a:t>
            </a:r>
          </a:p>
        </p:txBody>
      </p:sp>
      <p:sp>
        <p:nvSpPr>
          <p:cNvPr id="23" name="Rectangle: Rounded Corners 22">
            <a:extLst>
              <a:ext uri="{FF2B5EF4-FFF2-40B4-BE49-F238E27FC236}">
                <a16:creationId xmlns:a16="http://schemas.microsoft.com/office/drawing/2014/main" id="{47C943D3-9761-8A6C-EF93-DB5833CFD4FE}"/>
              </a:ext>
            </a:extLst>
          </p:cNvPr>
          <p:cNvSpPr/>
          <p:nvPr/>
        </p:nvSpPr>
        <p:spPr>
          <a:xfrm>
            <a:off x="6057900" y="2730500"/>
            <a:ext cx="2413000" cy="2349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65C6FE2-62B4-4556-8955-27EBF4217C91}"/>
              </a:ext>
            </a:extLst>
          </p:cNvPr>
          <p:cNvSpPr/>
          <p:nvPr/>
        </p:nvSpPr>
        <p:spPr>
          <a:xfrm>
            <a:off x="6057900" y="2730500"/>
            <a:ext cx="63500" cy="2349500"/>
          </a:xfrm>
          <a:prstGeom prst="rect">
            <a:avLst/>
          </a:prstGeom>
          <a:solidFill>
            <a:srgbClr val="AA9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7014A6F-FD6D-0085-1948-C5CEED6AC48F}"/>
              </a:ext>
            </a:extLst>
          </p:cNvPr>
          <p:cNvSpPr txBox="1"/>
          <p:nvPr/>
        </p:nvSpPr>
        <p:spPr>
          <a:xfrm>
            <a:off x="6311900" y="2921000"/>
            <a:ext cx="1905000" cy="279400"/>
          </a:xfrm>
          <a:prstGeom prst="rect">
            <a:avLst/>
          </a:prstGeom>
          <a:noFill/>
        </p:spPr>
        <p:txBody>
          <a:bodyPr vert="horz" wrap="square" lIns="0" tIns="0" rIns="0" bIns="0" rtlCol="0">
            <a:noAutofit/>
          </a:bodyPr>
          <a:lstStyle/>
          <a:p>
            <a:r>
              <a:rPr lang="en-US" sz="1200" b="1">
                <a:solidFill>
                  <a:srgbClr val="AA91FF"/>
                </a:solidFill>
                <a:latin typeface="Inter" panose="020B0604020202020204" charset="0"/>
              </a:rPr>
              <a:t>BIBLE C</a:t>
            </a:r>
          </a:p>
        </p:txBody>
      </p:sp>
      <p:sp>
        <p:nvSpPr>
          <p:cNvPr id="26" name="TextBox 25">
            <a:extLst>
              <a:ext uri="{FF2B5EF4-FFF2-40B4-BE49-F238E27FC236}">
                <a16:creationId xmlns:a16="http://schemas.microsoft.com/office/drawing/2014/main" id="{6FCA954F-1A96-EFB0-08A7-DA3DE0D26200}"/>
              </a:ext>
            </a:extLst>
          </p:cNvPr>
          <p:cNvSpPr txBox="1"/>
          <p:nvPr/>
        </p:nvSpPr>
        <p:spPr>
          <a:xfrm>
            <a:off x="6311900" y="3276600"/>
            <a:ext cx="1905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Plan C</a:t>
            </a:r>
          </a:p>
        </p:txBody>
      </p:sp>
      <p:sp>
        <p:nvSpPr>
          <p:cNvPr id="27" name="TextBox 26">
            <a:extLst>
              <a:ext uri="{FF2B5EF4-FFF2-40B4-BE49-F238E27FC236}">
                <a16:creationId xmlns:a16="http://schemas.microsoft.com/office/drawing/2014/main" id="{37B2EFF7-CB7E-6437-E4A7-902300969271}"/>
              </a:ext>
            </a:extLst>
          </p:cNvPr>
          <p:cNvSpPr txBox="1"/>
          <p:nvPr/>
        </p:nvSpPr>
        <p:spPr>
          <a:xfrm>
            <a:off x="6311900" y="4127500"/>
            <a:ext cx="1905000" cy="825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Facts + 3 beats</a:t>
            </a:r>
          </a:p>
        </p:txBody>
      </p:sp>
      <p:cxnSp>
        <p:nvCxnSpPr>
          <p:cNvPr id="28" name="Straight Connector 27">
            <a:extLst>
              <a:ext uri="{FF2B5EF4-FFF2-40B4-BE49-F238E27FC236}">
                <a16:creationId xmlns:a16="http://schemas.microsoft.com/office/drawing/2014/main" id="{364FF6E6-A1CC-1FB0-874D-5FAC270557C2}"/>
              </a:ext>
            </a:extLst>
          </p:cNvPr>
          <p:cNvCxnSpPr/>
          <p:nvPr/>
        </p:nvCxnSpPr>
        <p:spPr>
          <a:xfrm>
            <a:off x="8585200" y="3886200"/>
            <a:ext cx="609600" cy="0"/>
          </a:xfrm>
          <a:prstGeom prst="line">
            <a:avLst/>
          </a:prstGeom>
          <a:ln w="38100">
            <a:solidFill>
              <a:srgbClr val="AA91FF"/>
            </a:solidFill>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69B228C9-AB65-63BE-87E9-99CB5DA9CA9D}"/>
              </a:ext>
            </a:extLst>
          </p:cNvPr>
          <p:cNvSpPr/>
          <p:nvPr/>
        </p:nvSpPr>
        <p:spPr>
          <a:xfrm>
            <a:off x="9258300" y="2730500"/>
            <a:ext cx="2413000" cy="2349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8721ACA-2220-049A-067E-8E7C9F80E8BB}"/>
              </a:ext>
            </a:extLst>
          </p:cNvPr>
          <p:cNvSpPr/>
          <p:nvPr/>
        </p:nvSpPr>
        <p:spPr>
          <a:xfrm>
            <a:off x="9258300" y="2730500"/>
            <a:ext cx="63500" cy="23495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E1D6B7E-733D-F6B3-C4FC-27273070C333}"/>
              </a:ext>
            </a:extLst>
          </p:cNvPr>
          <p:cNvSpPr txBox="1"/>
          <p:nvPr/>
        </p:nvSpPr>
        <p:spPr>
          <a:xfrm>
            <a:off x="9512300" y="2921000"/>
            <a:ext cx="1905000" cy="2794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HUMAN GATE</a:t>
            </a:r>
          </a:p>
        </p:txBody>
      </p:sp>
      <p:sp>
        <p:nvSpPr>
          <p:cNvPr id="32" name="TextBox 31">
            <a:extLst>
              <a:ext uri="{FF2B5EF4-FFF2-40B4-BE49-F238E27FC236}">
                <a16:creationId xmlns:a16="http://schemas.microsoft.com/office/drawing/2014/main" id="{52CE27C5-17E4-26D5-800F-D29B3EDF85DA}"/>
              </a:ext>
            </a:extLst>
          </p:cNvPr>
          <p:cNvSpPr txBox="1"/>
          <p:nvPr/>
        </p:nvSpPr>
        <p:spPr>
          <a:xfrm>
            <a:off x="9512300" y="3276600"/>
            <a:ext cx="1905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One exact version</a:t>
            </a:r>
          </a:p>
        </p:txBody>
      </p:sp>
      <p:sp>
        <p:nvSpPr>
          <p:cNvPr id="33" name="TextBox 32">
            <a:extLst>
              <a:ext uri="{FF2B5EF4-FFF2-40B4-BE49-F238E27FC236}">
                <a16:creationId xmlns:a16="http://schemas.microsoft.com/office/drawing/2014/main" id="{B92AAA64-FE10-BE13-36C6-E91AD8B7CED8}"/>
              </a:ext>
            </a:extLst>
          </p:cNvPr>
          <p:cNvSpPr txBox="1"/>
          <p:nvPr/>
        </p:nvSpPr>
        <p:spPr>
          <a:xfrm>
            <a:off x="9512300" y="4127500"/>
            <a:ext cx="1905000" cy="825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Resolve conflicts and approve beats</a:t>
            </a:r>
          </a:p>
        </p:txBody>
      </p:sp>
      <p:sp>
        <p:nvSpPr>
          <p:cNvPr id="34" name="TextBox 33">
            <a:extLst>
              <a:ext uri="{FF2B5EF4-FFF2-40B4-BE49-F238E27FC236}">
                <a16:creationId xmlns:a16="http://schemas.microsoft.com/office/drawing/2014/main" id="{1570FD04-BD33-2266-69E3-F00363B5A379}"/>
              </a:ext>
            </a:extLst>
          </p:cNvPr>
          <p:cNvSpPr txBox="1"/>
          <p:nvPr/>
        </p:nvSpPr>
        <p:spPr>
          <a:xfrm>
            <a:off x="609600" y="5537200"/>
            <a:ext cx="9652000" cy="3810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Stable canonical facts carry into every chapter.</a:t>
            </a:r>
          </a:p>
        </p:txBody>
      </p:sp>
    </p:spTree>
    <p:extLst>
      <p:ext uri="{BB962C8B-B14F-4D97-AF65-F5344CB8AC3E}">
        <p14:creationId xmlns:p14="http://schemas.microsoft.com/office/powerpoint/2010/main" val="2888364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Visual 6 parallel-chapt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A123E4C-0B83-F2F9-B107-E2B5FB104579}"/>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BE5A3972-E6E3-E1E5-7BB5-8858CD12D400}"/>
              </a:ext>
            </a:extLst>
          </p:cNvPr>
          <p:cNvSpPr>
            <a:spLocks noGrp="1"/>
          </p:cNvSpPr>
          <p:nvPr>
            <p:ph type="sldNum" sz="quarter" idx="11"/>
          </p:nvPr>
        </p:nvSpPr>
        <p:spPr/>
        <p:txBody>
          <a:bodyPr/>
          <a:lstStyle/>
          <a:p>
            <a:fld id="{8574A810-7A8E-054F-9F6B-09E9C694ECF9}" type="slidenum">
              <a:rPr lang="en-US" smtClean="0"/>
              <a:pPr/>
              <a:t>6</a:t>
            </a:fld>
            <a:endParaRPr lang="en-US" sz="1100" dirty="0"/>
          </a:p>
        </p:txBody>
      </p:sp>
      <p:sp>
        <p:nvSpPr>
          <p:cNvPr id="4" name="Rectangle 3">
            <a:extLst>
              <a:ext uri="{FF2B5EF4-FFF2-40B4-BE49-F238E27FC236}">
                <a16:creationId xmlns:a16="http://schemas.microsoft.com/office/drawing/2014/main" id="{64B10817-B1F9-554F-EC65-18221AFFE150}"/>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760AE9D-2EA3-EE2F-2BC7-5694F7DFA412}"/>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04 / WRITE</a:t>
            </a:r>
          </a:p>
        </p:txBody>
      </p:sp>
      <p:sp>
        <p:nvSpPr>
          <p:cNvPr id="6" name="TextBox 5">
            <a:extLst>
              <a:ext uri="{FF2B5EF4-FFF2-40B4-BE49-F238E27FC236}">
                <a16:creationId xmlns:a16="http://schemas.microsoft.com/office/drawing/2014/main" id="{CD29F669-E166-183B-7739-FBE4E5DC4F78}"/>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Three chapters in parallel</a:t>
            </a:r>
          </a:p>
        </p:txBody>
      </p:sp>
      <p:sp>
        <p:nvSpPr>
          <p:cNvPr id="7" name="TextBox 6">
            <a:extLst>
              <a:ext uri="{FF2B5EF4-FFF2-40B4-BE49-F238E27FC236}">
                <a16:creationId xmlns:a16="http://schemas.microsoft.com/office/drawing/2014/main" id="{845DB20C-15F0-24FE-027E-030724D63BF1}"/>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Each writer receives the same approved bible and a different chapter index.</a:t>
            </a:r>
          </a:p>
        </p:txBody>
      </p:sp>
      <p:cxnSp>
        <p:nvCxnSpPr>
          <p:cNvPr id="8" name="Straight Connector 7">
            <a:extLst>
              <a:ext uri="{FF2B5EF4-FFF2-40B4-BE49-F238E27FC236}">
                <a16:creationId xmlns:a16="http://schemas.microsoft.com/office/drawing/2014/main" id="{D33B1275-BD8A-8102-89D8-6BBFF0D06FB2}"/>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3614E436-37A4-9281-1749-16A433E7C8E0}"/>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A0325561-3276-EF9B-7BA6-CB2AA34481B8}"/>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5" action="ppaction://hlinksldjump"/>
            <a:extLst>
              <a:ext uri="{FF2B5EF4-FFF2-40B4-BE49-F238E27FC236}">
                <a16:creationId xmlns:a16="http://schemas.microsoft.com/office/drawing/2014/main" id="{38CD60DD-80BB-0AEB-A419-058AAFEFCB36}"/>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25780B44-FFFF-9067-EB1A-08E37422B3BF}"/>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06</a:t>
            </a:r>
          </a:p>
        </p:txBody>
      </p:sp>
      <p:sp>
        <p:nvSpPr>
          <p:cNvPr id="13" name="Rectangle: Rounded Corners 12">
            <a:extLst>
              <a:ext uri="{FF2B5EF4-FFF2-40B4-BE49-F238E27FC236}">
                <a16:creationId xmlns:a16="http://schemas.microsoft.com/office/drawing/2014/main" id="{22F9F210-23A5-784D-8E4B-E8E5AEE7778F}"/>
              </a:ext>
            </a:extLst>
          </p:cNvPr>
          <p:cNvSpPr/>
          <p:nvPr/>
        </p:nvSpPr>
        <p:spPr>
          <a:xfrm>
            <a:off x="558800" y="2324100"/>
            <a:ext cx="28321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6BFAD3-B810-C674-A082-2AC8D62D63D7}"/>
              </a:ext>
            </a:extLst>
          </p:cNvPr>
          <p:cNvSpPr/>
          <p:nvPr/>
        </p:nvSpPr>
        <p:spPr>
          <a:xfrm>
            <a:off x="558800" y="2324100"/>
            <a:ext cx="50800" cy="4826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3FA798B-F63A-8588-3F34-4A309D959526}"/>
              </a:ext>
            </a:extLst>
          </p:cNvPr>
          <p:cNvSpPr txBox="1"/>
          <p:nvPr/>
        </p:nvSpPr>
        <p:spPr>
          <a:xfrm>
            <a:off x="749300" y="2438400"/>
            <a:ext cx="2514600" cy="304800"/>
          </a:xfrm>
          <a:prstGeom prst="rect">
            <a:avLst/>
          </a:prstGeom>
          <a:noFill/>
        </p:spPr>
        <p:txBody>
          <a:bodyPr vert="horz" wrap="square" lIns="0" tIns="0" rIns="0" bIns="0" rtlCol="0">
            <a:noAutofit/>
          </a:bodyPr>
          <a:lstStyle/>
          <a:p>
            <a:r>
              <a:rPr lang="en-US" sz="1400" b="1">
                <a:solidFill>
                  <a:srgbClr val="F7F4EC"/>
                </a:solidFill>
                <a:latin typeface="Inter" panose="020B0604020202020204" charset="0"/>
              </a:rPr>
              <a:t>APPROVED BIBLE vN</a:t>
            </a:r>
          </a:p>
        </p:txBody>
      </p:sp>
      <p:cxnSp>
        <p:nvCxnSpPr>
          <p:cNvPr id="16" name="Straight Connector 15">
            <a:extLst>
              <a:ext uri="{FF2B5EF4-FFF2-40B4-BE49-F238E27FC236}">
                <a16:creationId xmlns:a16="http://schemas.microsoft.com/office/drawing/2014/main" id="{A378F928-2153-1BB6-A7BA-13F4C4AD3369}"/>
              </a:ext>
            </a:extLst>
          </p:cNvPr>
          <p:cNvCxnSpPr/>
          <p:nvPr/>
        </p:nvCxnSpPr>
        <p:spPr>
          <a:xfrm>
            <a:off x="3429000" y="2565400"/>
            <a:ext cx="863600" cy="0"/>
          </a:xfrm>
          <a:prstGeom prst="line">
            <a:avLst/>
          </a:prstGeom>
          <a:ln w="38100">
            <a:solidFill>
              <a:srgbClr val="76A8FF"/>
            </a:solidFill>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F8BBB675-C384-5CE8-EC72-F83912374AF8}"/>
              </a:ext>
            </a:extLst>
          </p:cNvPr>
          <p:cNvSpPr/>
          <p:nvPr/>
        </p:nvSpPr>
        <p:spPr>
          <a:xfrm>
            <a:off x="4343400" y="2641600"/>
            <a:ext cx="2247900" cy="2222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261B320-CACB-E599-AE59-1864F54114F7}"/>
              </a:ext>
            </a:extLst>
          </p:cNvPr>
          <p:cNvSpPr/>
          <p:nvPr/>
        </p:nvSpPr>
        <p:spPr>
          <a:xfrm>
            <a:off x="4343400" y="2641600"/>
            <a:ext cx="63500" cy="22225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737B7EB-A1D9-D3F1-B399-B3F596F18E67}"/>
              </a:ext>
            </a:extLst>
          </p:cNvPr>
          <p:cNvSpPr txBox="1"/>
          <p:nvPr/>
        </p:nvSpPr>
        <p:spPr>
          <a:xfrm>
            <a:off x="4597400" y="2832100"/>
            <a:ext cx="17399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INDEX 1</a:t>
            </a:r>
          </a:p>
        </p:txBody>
      </p:sp>
      <p:sp>
        <p:nvSpPr>
          <p:cNvPr id="20" name="TextBox 19">
            <a:extLst>
              <a:ext uri="{FF2B5EF4-FFF2-40B4-BE49-F238E27FC236}">
                <a16:creationId xmlns:a16="http://schemas.microsoft.com/office/drawing/2014/main" id="{6C94DE85-CD2A-D7EA-F300-56A38A0E4D83}"/>
              </a:ext>
            </a:extLst>
          </p:cNvPr>
          <p:cNvSpPr txBox="1"/>
          <p:nvPr/>
        </p:nvSpPr>
        <p:spPr>
          <a:xfrm>
            <a:off x="4597400" y="3187700"/>
            <a:ext cx="1739900" cy="5080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Chapter 1</a:t>
            </a:r>
          </a:p>
        </p:txBody>
      </p:sp>
      <p:sp>
        <p:nvSpPr>
          <p:cNvPr id="21" name="TextBox 20">
            <a:extLst>
              <a:ext uri="{FF2B5EF4-FFF2-40B4-BE49-F238E27FC236}">
                <a16:creationId xmlns:a16="http://schemas.microsoft.com/office/drawing/2014/main" id="{DCDCA5D9-61A2-20E3-F7EF-B0B6B15B5CA7}"/>
              </a:ext>
            </a:extLst>
          </p:cNvPr>
          <p:cNvSpPr txBox="1"/>
          <p:nvPr/>
        </p:nvSpPr>
        <p:spPr>
          <a:xfrm>
            <a:off x="4597400" y="3784600"/>
            <a:ext cx="1739900" cy="889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Same bible version</a:t>
            </a:r>
          </a:p>
        </p:txBody>
      </p:sp>
      <p:cxnSp>
        <p:nvCxnSpPr>
          <p:cNvPr id="22" name="Straight Connector 21">
            <a:extLst>
              <a:ext uri="{FF2B5EF4-FFF2-40B4-BE49-F238E27FC236}">
                <a16:creationId xmlns:a16="http://schemas.microsoft.com/office/drawing/2014/main" id="{CCECE79F-6337-5414-8394-0F94BA5ED92F}"/>
              </a:ext>
            </a:extLst>
          </p:cNvPr>
          <p:cNvCxnSpPr/>
          <p:nvPr/>
        </p:nvCxnSpPr>
        <p:spPr>
          <a:xfrm>
            <a:off x="5461000" y="4864100"/>
            <a:ext cx="0" cy="558800"/>
          </a:xfrm>
          <a:prstGeom prst="line">
            <a:avLst/>
          </a:prstGeom>
          <a:ln w="25400">
            <a:solidFill>
              <a:srgbClr val="76A8FF"/>
            </a:solidFill>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57839DDF-429F-C676-B5C1-681474504ED4}"/>
              </a:ext>
            </a:extLst>
          </p:cNvPr>
          <p:cNvSpPr/>
          <p:nvPr/>
        </p:nvSpPr>
        <p:spPr>
          <a:xfrm>
            <a:off x="6819900" y="2641600"/>
            <a:ext cx="2247900" cy="2222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2B2C1DB-55B4-2BE1-2171-D4CFEB18772C}"/>
              </a:ext>
            </a:extLst>
          </p:cNvPr>
          <p:cNvSpPr/>
          <p:nvPr/>
        </p:nvSpPr>
        <p:spPr>
          <a:xfrm>
            <a:off x="6819900" y="2641600"/>
            <a:ext cx="63500" cy="22225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5AF6558-85B3-5CED-52F0-8507B0DD806D}"/>
              </a:ext>
            </a:extLst>
          </p:cNvPr>
          <p:cNvSpPr txBox="1"/>
          <p:nvPr/>
        </p:nvSpPr>
        <p:spPr>
          <a:xfrm>
            <a:off x="7073900" y="2832100"/>
            <a:ext cx="17399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INDEX 2</a:t>
            </a:r>
          </a:p>
        </p:txBody>
      </p:sp>
      <p:sp>
        <p:nvSpPr>
          <p:cNvPr id="26" name="TextBox 25">
            <a:extLst>
              <a:ext uri="{FF2B5EF4-FFF2-40B4-BE49-F238E27FC236}">
                <a16:creationId xmlns:a16="http://schemas.microsoft.com/office/drawing/2014/main" id="{1399F8BF-8FA0-FC03-B347-C8B56CDBA4E9}"/>
              </a:ext>
            </a:extLst>
          </p:cNvPr>
          <p:cNvSpPr txBox="1"/>
          <p:nvPr/>
        </p:nvSpPr>
        <p:spPr>
          <a:xfrm>
            <a:off x="7073900" y="3187700"/>
            <a:ext cx="1739900" cy="5080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Chapter 2</a:t>
            </a:r>
          </a:p>
        </p:txBody>
      </p:sp>
      <p:sp>
        <p:nvSpPr>
          <p:cNvPr id="27" name="TextBox 26">
            <a:extLst>
              <a:ext uri="{FF2B5EF4-FFF2-40B4-BE49-F238E27FC236}">
                <a16:creationId xmlns:a16="http://schemas.microsoft.com/office/drawing/2014/main" id="{C1224E57-128B-AD72-250F-E15D3EFA2ABF}"/>
              </a:ext>
            </a:extLst>
          </p:cNvPr>
          <p:cNvSpPr txBox="1"/>
          <p:nvPr/>
        </p:nvSpPr>
        <p:spPr>
          <a:xfrm>
            <a:off x="7073900" y="3784600"/>
            <a:ext cx="1739900" cy="889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Same bible version</a:t>
            </a:r>
          </a:p>
        </p:txBody>
      </p:sp>
      <p:cxnSp>
        <p:nvCxnSpPr>
          <p:cNvPr id="28" name="Straight Connector 27">
            <a:extLst>
              <a:ext uri="{FF2B5EF4-FFF2-40B4-BE49-F238E27FC236}">
                <a16:creationId xmlns:a16="http://schemas.microsoft.com/office/drawing/2014/main" id="{8F86C968-3ECB-F11E-F8E3-1C2B3A965777}"/>
              </a:ext>
            </a:extLst>
          </p:cNvPr>
          <p:cNvCxnSpPr/>
          <p:nvPr/>
        </p:nvCxnSpPr>
        <p:spPr>
          <a:xfrm flipH="1">
            <a:off x="5461000" y="4864100"/>
            <a:ext cx="2476500" cy="558800"/>
          </a:xfrm>
          <a:prstGeom prst="line">
            <a:avLst/>
          </a:prstGeom>
          <a:ln w="25400">
            <a:solidFill>
              <a:srgbClr val="76A8FF"/>
            </a:solidFill>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590C6505-2122-E155-08B8-CD3406FC7F79}"/>
              </a:ext>
            </a:extLst>
          </p:cNvPr>
          <p:cNvSpPr/>
          <p:nvPr/>
        </p:nvSpPr>
        <p:spPr>
          <a:xfrm>
            <a:off x="9296400" y="2641600"/>
            <a:ext cx="2247900" cy="22225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10F63EB-219B-9A2C-1900-9A00D2D37F2B}"/>
              </a:ext>
            </a:extLst>
          </p:cNvPr>
          <p:cNvSpPr/>
          <p:nvPr/>
        </p:nvSpPr>
        <p:spPr>
          <a:xfrm>
            <a:off x="9296400" y="2641600"/>
            <a:ext cx="63500" cy="22225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C8BBA81-0554-F321-474F-E5C2CA796E95}"/>
              </a:ext>
            </a:extLst>
          </p:cNvPr>
          <p:cNvSpPr txBox="1"/>
          <p:nvPr/>
        </p:nvSpPr>
        <p:spPr>
          <a:xfrm>
            <a:off x="9550400" y="2832100"/>
            <a:ext cx="17399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INDEX 3</a:t>
            </a:r>
          </a:p>
        </p:txBody>
      </p:sp>
      <p:sp>
        <p:nvSpPr>
          <p:cNvPr id="32" name="TextBox 31">
            <a:extLst>
              <a:ext uri="{FF2B5EF4-FFF2-40B4-BE49-F238E27FC236}">
                <a16:creationId xmlns:a16="http://schemas.microsoft.com/office/drawing/2014/main" id="{8DC43BFE-39A2-1658-AE1F-BCD467E0E5CE}"/>
              </a:ext>
            </a:extLst>
          </p:cNvPr>
          <p:cNvSpPr txBox="1"/>
          <p:nvPr/>
        </p:nvSpPr>
        <p:spPr>
          <a:xfrm>
            <a:off x="9550400" y="3187700"/>
            <a:ext cx="1739900" cy="5080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Chapter 3</a:t>
            </a:r>
          </a:p>
        </p:txBody>
      </p:sp>
      <p:sp>
        <p:nvSpPr>
          <p:cNvPr id="33" name="TextBox 32">
            <a:extLst>
              <a:ext uri="{FF2B5EF4-FFF2-40B4-BE49-F238E27FC236}">
                <a16:creationId xmlns:a16="http://schemas.microsoft.com/office/drawing/2014/main" id="{D9FE2B4D-1EB8-A0B8-AF62-AFFDB6A15939}"/>
              </a:ext>
            </a:extLst>
          </p:cNvPr>
          <p:cNvSpPr txBox="1"/>
          <p:nvPr/>
        </p:nvSpPr>
        <p:spPr>
          <a:xfrm>
            <a:off x="9550400" y="3784600"/>
            <a:ext cx="1739900" cy="889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Same bible version</a:t>
            </a:r>
          </a:p>
        </p:txBody>
      </p:sp>
      <p:cxnSp>
        <p:nvCxnSpPr>
          <p:cNvPr id="34" name="Straight Connector 33">
            <a:extLst>
              <a:ext uri="{FF2B5EF4-FFF2-40B4-BE49-F238E27FC236}">
                <a16:creationId xmlns:a16="http://schemas.microsoft.com/office/drawing/2014/main" id="{98A5906C-1DC9-DE23-DE4E-6A2CE92FCCC5}"/>
              </a:ext>
            </a:extLst>
          </p:cNvPr>
          <p:cNvCxnSpPr/>
          <p:nvPr/>
        </p:nvCxnSpPr>
        <p:spPr>
          <a:xfrm flipH="1">
            <a:off x="5461000" y="4864100"/>
            <a:ext cx="4953000" cy="558800"/>
          </a:xfrm>
          <a:prstGeom prst="line">
            <a:avLst/>
          </a:prstGeom>
          <a:ln w="25400">
            <a:solidFill>
              <a:srgbClr val="76A8FF"/>
            </a:solidFill>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DEB5EF82-3338-FD66-3B8D-B358E9B49868}"/>
              </a:ext>
            </a:extLst>
          </p:cNvPr>
          <p:cNvSpPr/>
          <p:nvPr/>
        </p:nvSpPr>
        <p:spPr>
          <a:xfrm>
            <a:off x="4076700" y="5473700"/>
            <a:ext cx="2794000" cy="482600"/>
          </a:xfrm>
          <a:prstGeom prst="roundRect">
            <a:avLst>
              <a:gd name="adj" fmla="val 20000"/>
            </a:avLst>
          </a:prstGeom>
          <a:solidFill>
            <a:srgbClr val="2232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7140E4B-8C3D-72A6-7867-DFE905817009}"/>
              </a:ext>
            </a:extLst>
          </p:cNvPr>
          <p:cNvSpPr txBox="1"/>
          <p:nvPr/>
        </p:nvSpPr>
        <p:spPr>
          <a:xfrm>
            <a:off x="4292600" y="5600700"/>
            <a:ext cx="2336800" cy="317500"/>
          </a:xfrm>
          <a:prstGeom prst="rect">
            <a:avLst/>
          </a:prstGeom>
          <a:noFill/>
        </p:spPr>
        <p:txBody>
          <a:bodyPr vert="horz" wrap="square" lIns="0" tIns="0" rIns="0" bIns="0" rtlCol="0">
            <a:noAutofit/>
          </a:bodyPr>
          <a:lstStyle/>
          <a:p>
            <a:pPr algn="ctr"/>
            <a:r>
              <a:rPr lang="en-US" sz="1500" b="1">
                <a:solidFill>
                  <a:srgbClr val="F7F4EC"/>
                </a:solidFill>
                <a:latin typeface="Inter" panose="020B0604020202020204" charset="0"/>
              </a:rPr>
              <a:t>BARRIER  1 + 2 + 3</a:t>
            </a:r>
          </a:p>
        </p:txBody>
      </p:sp>
    </p:spTree>
    <p:extLst>
      <p:ext uri="{BB962C8B-B14F-4D97-AF65-F5344CB8AC3E}">
        <p14:creationId xmlns:p14="http://schemas.microsoft.com/office/powerpoint/2010/main" val="1708000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Visual 7 handoff-schema">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B4E95-FA33-A00E-96E9-18E6006CF9AF}"/>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F3DD4D0C-1C75-62E2-0A2E-2A0ACE430230}"/>
              </a:ext>
            </a:extLst>
          </p:cNvPr>
          <p:cNvSpPr>
            <a:spLocks noGrp="1"/>
          </p:cNvSpPr>
          <p:nvPr>
            <p:ph type="sldNum" sz="quarter" idx="11"/>
          </p:nvPr>
        </p:nvSpPr>
        <p:spPr/>
        <p:txBody>
          <a:bodyPr/>
          <a:lstStyle/>
          <a:p>
            <a:fld id="{8574A810-7A8E-054F-9F6B-09E9C694ECF9}" type="slidenum">
              <a:rPr lang="en-US" smtClean="0"/>
              <a:pPr/>
              <a:t>7</a:t>
            </a:fld>
            <a:endParaRPr lang="en-US" sz="1100" dirty="0"/>
          </a:p>
        </p:txBody>
      </p:sp>
      <p:sp>
        <p:nvSpPr>
          <p:cNvPr id="4" name="Rectangle 3">
            <a:extLst>
              <a:ext uri="{FF2B5EF4-FFF2-40B4-BE49-F238E27FC236}">
                <a16:creationId xmlns:a16="http://schemas.microsoft.com/office/drawing/2014/main" id="{E9C38AF4-0A0C-1D45-C5BA-5F9D04854995}"/>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D0C91C9-8280-317E-CEF1-BA99291A5331}"/>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05 / READ</a:t>
            </a:r>
          </a:p>
        </p:txBody>
      </p:sp>
      <p:sp>
        <p:nvSpPr>
          <p:cNvPr id="6" name="TextBox 5">
            <a:extLst>
              <a:ext uri="{FF2B5EF4-FFF2-40B4-BE49-F238E27FC236}">
                <a16:creationId xmlns:a16="http://schemas.microsoft.com/office/drawing/2014/main" id="{85B8E3E7-B47C-B99F-4A6C-0973A4C85526}"/>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One structured handoff</a:t>
            </a:r>
          </a:p>
        </p:txBody>
      </p:sp>
      <p:sp>
        <p:nvSpPr>
          <p:cNvPr id="7" name="TextBox 6">
            <a:extLst>
              <a:ext uri="{FF2B5EF4-FFF2-40B4-BE49-F238E27FC236}">
                <a16:creationId xmlns:a16="http://schemas.microsoft.com/office/drawing/2014/main" id="{AEB938A2-D220-469E-20B7-70C7D04FE184}"/>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Reader grounds editorial work in the ordered draft and accepted sources.</a:t>
            </a:r>
          </a:p>
        </p:txBody>
      </p:sp>
      <p:cxnSp>
        <p:nvCxnSpPr>
          <p:cNvPr id="8" name="Straight Connector 7">
            <a:extLst>
              <a:ext uri="{FF2B5EF4-FFF2-40B4-BE49-F238E27FC236}">
                <a16:creationId xmlns:a16="http://schemas.microsoft.com/office/drawing/2014/main" id="{E9A110CA-14F1-BA8D-B67A-097D733C99AB}"/>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95CE30A0-0C1F-2B40-6B9F-6230354F5CE1}"/>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73B88614-C21B-F57A-DD38-E798B9490C98}"/>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5" action="ppaction://hlinksldjump"/>
            <a:extLst>
              <a:ext uri="{FF2B5EF4-FFF2-40B4-BE49-F238E27FC236}">
                <a16:creationId xmlns:a16="http://schemas.microsoft.com/office/drawing/2014/main" id="{3420CAEF-34B8-BFFB-B08C-FC7F3B794410}"/>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43AFA8B6-D078-8430-BF3F-DD18AC51458C}"/>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07</a:t>
            </a:r>
          </a:p>
        </p:txBody>
      </p:sp>
      <p:sp>
        <p:nvSpPr>
          <p:cNvPr id="13" name="Rectangle: Rounded Corners 12">
            <a:extLst>
              <a:ext uri="{FF2B5EF4-FFF2-40B4-BE49-F238E27FC236}">
                <a16:creationId xmlns:a16="http://schemas.microsoft.com/office/drawing/2014/main" id="{A6E1B5CC-206A-75D0-E7BC-910B5C8D456B}"/>
              </a:ext>
            </a:extLst>
          </p:cNvPr>
          <p:cNvSpPr/>
          <p:nvPr/>
        </p:nvSpPr>
        <p:spPr>
          <a:xfrm>
            <a:off x="596900" y="2425700"/>
            <a:ext cx="48895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2C7D62-FD62-4C52-2B92-A30E6229DCCA}"/>
              </a:ext>
            </a:extLst>
          </p:cNvPr>
          <p:cNvSpPr/>
          <p:nvPr/>
        </p:nvSpPr>
        <p:spPr>
          <a:xfrm>
            <a:off x="596900" y="2425700"/>
            <a:ext cx="50800" cy="4826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8040BFB-C6C8-B433-801D-EA6419561E77}"/>
              </a:ext>
            </a:extLst>
          </p:cNvPr>
          <p:cNvSpPr txBox="1"/>
          <p:nvPr/>
        </p:nvSpPr>
        <p:spPr>
          <a:xfrm>
            <a:off x="787400" y="2540000"/>
            <a:ext cx="4572000" cy="304800"/>
          </a:xfrm>
          <a:prstGeom prst="rect">
            <a:avLst/>
          </a:prstGeom>
          <a:noFill/>
        </p:spPr>
        <p:txBody>
          <a:bodyPr vert="horz" wrap="square" lIns="0" tIns="0" rIns="0" bIns="0" rtlCol="0">
            <a:noAutofit/>
          </a:bodyPr>
          <a:lstStyle/>
          <a:p>
            <a:r>
              <a:rPr lang="en-US" sz="1500" b="1">
                <a:solidFill>
                  <a:srgbClr val="F7F4EC"/>
                </a:solidFill>
                <a:latin typeface="Inter" panose="020B0604020202020204" charset="0"/>
              </a:rPr>
              <a:t>task</a:t>
            </a:r>
          </a:p>
        </p:txBody>
      </p:sp>
      <p:sp>
        <p:nvSpPr>
          <p:cNvPr id="16" name="Rectangle: Rounded Corners 15">
            <a:extLst>
              <a:ext uri="{FF2B5EF4-FFF2-40B4-BE49-F238E27FC236}">
                <a16:creationId xmlns:a16="http://schemas.microsoft.com/office/drawing/2014/main" id="{AEA31C3D-CD5B-BF5F-8A5C-2DF147384477}"/>
              </a:ext>
            </a:extLst>
          </p:cNvPr>
          <p:cNvSpPr/>
          <p:nvPr/>
        </p:nvSpPr>
        <p:spPr>
          <a:xfrm>
            <a:off x="596900" y="3073400"/>
            <a:ext cx="48895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9491B44-174C-A8B4-C90B-1EBEA731059D}"/>
              </a:ext>
            </a:extLst>
          </p:cNvPr>
          <p:cNvSpPr/>
          <p:nvPr/>
        </p:nvSpPr>
        <p:spPr>
          <a:xfrm>
            <a:off x="596900" y="3073400"/>
            <a:ext cx="50800" cy="4826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45BE381-C0B9-CA03-5DDE-AD91AA78295A}"/>
              </a:ext>
            </a:extLst>
          </p:cNvPr>
          <p:cNvSpPr txBox="1"/>
          <p:nvPr/>
        </p:nvSpPr>
        <p:spPr>
          <a:xfrm>
            <a:off x="787400" y="3187700"/>
            <a:ext cx="4572000" cy="304800"/>
          </a:xfrm>
          <a:prstGeom prst="rect">
            <a:avLst/>
          </a:prstGeom>
          <a:noFill/>
        </p:spPr>
        <p:txBody>
          <a:bodyPr vert="horz" wrap="square" lIns="0" tIns="0" rIns="0" bIns="0" rtlCol="0">
            <a:noAutofit/>
          </a:bodyPr>
          <a:lstStyle/>
          <a:p>
            <a:r>
              <a:rPr lang="en-US" sz="1500" b="1">
                <a:solidFill>
                  <a:srgbClr val="F7F4EC"/>
                </a:solidFill>
                <a:latin typeface="Inter" panose="020B0604020202020204" charset="0"/>
              </a:rPr>
              <a:t>userInstructions</a:t>
            </a:r>
          </a:p>
        </p:txBody>
      </p:sp>
      <p:sp>
        <p:nvSpPr>
          <p:cNvPr id="19" name="Rectangle: Rounded Corners 18">
            <a:extLst>
              <a:ext uri="{FF2B5EF4-FFF2-40B4-BE49-F238E27FC236}">
                <a16:creationId xmlns:a16="http://schemas.microsoft.com/office/drawing/2014/main" id="{853E58EC-9ED7-67FB-38FB-ADBA9F6AF90D}"/>
              </a:ext>
            </a:extLst>
          </p:cNvPr>
          <p:cNvSpPr/>
          <p:nvPr/>
        </p:nvSpPr>
        <p:spPr>
          <a:xfrm>
            <a:off x="596900" y="3721100"/>
            <a:ext cx="48895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FC15E65-4278-12D6-58E2-CC7EB2AFE264}"/>
              </a:ext>
            </a:extLst>
          </p:cNvPr>
          <p:cNvSpPr/>
          <p:nvPr/>
        </p:nvSpPr>
        <p:spPr>
          <a:xfrm>
            <a:off x="596900" y="3721100"/>
            <a:ext cx="50800" cy="4826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7026117-4E85-9473-87DD-9A0F3450D259}"/>
              </a:ext>
            </a:extLst>
          </p:cNvPr>
          <p:cNvSpPr txBox="1"/>
          <p:nvPr/>
        </p:nvSpPr>
        <p:spPr>
          <a:xfrm>
            <a:off x="787400" y="3835400"/>
            <a:ext cx="4572000" cy="304800"/>
          </a:xfrm>
          <a:prstGeom prst="rect">
            <a:avLst/>
          </a:prstGeom>
          <a:noFill/>
        </p:spPr>
        <p:txBody>
          <a:bodyPr vert="horz" wrap="square" lIns="0" tIns="0" rIns="0" bIns="0" rtlCol="0">
            <a:noAutofit/>
          </a:bodyPr>
          <a:lstStyle/>
          <a:p>
            <a:r>
              <a:rPr lang="en-US" sz="1500" b="1">
                <a:solidFill>
                  <a:srgbClr val="F7F4EC"/>
                </a:solidFill>
                <a:latin typeface="Inter" panose="020B0604020202020204" charset="0"/>
              </a:rPr>
              <a:t>sourceReferences</a:t>
            </a:r>
          </a:p>
        </p:txBody>
      </p:sp>
      <p:sp>
        <p:nvSpPr>
          <p:cNvPr id="22" name="Rectangle: Rounded Corners 21">
            <a:extLst>
              <a:ext uri="{FF2B5EF4-FFF2-40B4-BE49-F238E27FC236}">
                <a16:creationId xmlns:a16="http://schemas.microsoft.com/office/drawing/2014/main" id="{5EE7FAB8-C303-4C14-84A1-3DED0DF80861}"/>
              </a:ext>
            </a:extLst>
          </p:cNvPr>
          <p:cNvSpPr/>
          <p:nvPr/>
        </p:nvSpPr>
        <p:spPr>
          <a:xfrm>
            <a:off x="596900" y="4368800"/>
            <a:ext cx="48895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D7E8B19-5FFB-0687-2A84-B8BE36C81FB1}"/>
              </a:ext>
            </a:extLst>
          </p:cNvPr>
          <p:cNvSpPr/>
          <p:nvPr/>
        </p:nvSpPr>
        <p:spPr>
          <a:xfrm>
            <a:off x="596900" y="4368800"/>
            <a:ext cx="50800" cy="4826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5D10599-4F52-D171-F7DE-A4DB2BBD141A}"/>
              </a:ext>
            </a:extLst>
          </p:cNvPr>
          <p:cNvSpPr txBox="1"/>
          <p:nvPr/>
        </p:nvSpPr>
        <p:spPr>
          <a:xfrm>
            <a:off x="787400" y="4483100"/>
            <a:ext cx="4572000" cy="304800"/>
          </a:xfrm>
          <a:prstGeom prst="rect">
            <a:avLst/>
          </a:prstGeom>
          <a:noFill/>
        </p:spPr>
        <p:txBody>
          <a:bodyPr vert="horz" wrap="square" lIns="0" tIns="0" rIns="0" bIns="0" rtlCol="0">
            <a:noAutofit/>
          </a:bodyPr>
          <a:lstStyle/>
          <a:p>
            <a:r>
              <a:rPr lang="en-US" sz="1500" b="1">
                <a:solidFill>
                  <a:srgbClr val="F7F4EC"/>
                </a:solidFill>
                <a:latin typeface="Inter" panose="020B0604020202020204" charset="0"/>
              </a:rPr>
              <a:t>completeness</a:t>
            </a:r>
          </a:p>
        </p:txBody>
      </p:sp>
      <p:sp>
        <p:nvSpPr>
          <p:cNvPr id="25" name="Rectangle: Rounded Corners 24">
            <a:extLst>
              <a:ext uri="{FF2B5EF4-FFF2-40B4-BE49-F238E27FC236}">
                <a16:creationId xmlns:a16="http://schemas.microsoft.com/office/drawing/2014/main" id="{D22ADA8D-9D64-9EDA-6046-B340A1110A41}"/>
              </a:ext>
            </a:extLst>
          </p:cNvPr>
          <p:cNvSpPr/>
          <p:nvPr/>
        </p:nvSpPr>
        <p:spPr>
          <a:xfrm>
            <a:off x="596900" y="5016500"/>
            <a:ext cx="48895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5A4A107-E06F-A129-1E04-FE18B7843DA9}"/>
              </a:ext>
            </a:extLst>
          </p:cNvPr>
          <p:cNvSpPr/>
          <p:nvPr/>
        </p:nvSpPr>
        <p:spPr>
          <a:xfrm>
            <a:off x="596900" y="5016500"/>
            <a:ext cx="50800" cy="4826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F2338EE-B681-3FCF-43D6-9172EEDF580C}"/>
              </a:ext>
            </a:extLst>
          </p:cNvPr>
          <p:cNvSpPr txBox="1"/>
          <p:nvPr/>
        </p:nvSpPr>
        <p:spPr>
          <a:xfrm>
            <a:off x="787400" y="5130800"/>
            <a:ext cx="4572000" cy="304800"/>
          </a:xfrm>
          <a:prstGeom prst="rect">
            <a:avLst/>
          </a:prstGeom>
          <a:noFill/>
        </p:spPr>
        <p:txBody>
          <a:bodyPr vert="horz" wrap="square" lIns="0" tIns="0" rIns="0" bIns="0" rtlCol="0">
            <a:noAutofit/>
          </a:bodyPr>
          <a:lstStyle/>
          <a:p>
            <a:r>
              <a:rPr lang="en-US" sz="1500" b="1">
                <a:solidFill>
                  <a:srgbClr val="F7F4EC"/>
                </a:solidFill>
                <a:latin typeface="Inter" panose="020B0604020202020204" charset="0"/>
              </a:rPr>
              <a:t>version</a:t>
            </a:r>
          </a:p>
        </p:txBody>
      </p:sp>
      <p:cxnSp>
        <p:nvCxnSpPr>
          <p:cNvPr id="28" name="Straight Connector 27">
            <a:extLst>
              <a:ext uri="{FF2B5EF4-FFF2-40B4-BE49-F238E27FC236}">
                <a16:creationId xmlns:a16="http://schemas.microsoft.com/office/drawing/2014/main" id="{4F1D2FC7-8E83-12C0-A616-A35C26868F1C}"/>
              </a:ext>
            </a:extLst>
          </p:cNvPr>
          <p:cNvCxnSpPr/>
          <p:nvPr/>
        </p:nvCxnSpPr>
        <p:spPr>
          <a:xfrm>
            <a:off x="5727700" y="3848100"/>
            <a:ext cx="1003300" cy="0"/>
          </a:xfrm>
          <a:prstGeom prst="line">
            <a:avLst/>
          </a:prstGeom>
          <a:ln w="38100">
            <a:solidFill>
              <a:srgbClr val="53D9E9"/>
            </a:solidFill>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75D09B1D-5908-0882-82DD-A417AD6686E7}"/>
              </a:ext>
            </a:extLst>
          </p:cNvPr>
          <p:cNvSpPr/>
          <p:nvPr/>
        </p:nvSpPr>
        <p:spPr>
          <a:xfrm>
            <a:off x="6807200" y="2565400"/>
            <a:ext cx="4699000" cy="2159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E85F45B-9A79-B1DB-273C-C3881C776BA0}"/>
              </a:ext>
            </a:extLst>
          </p:cNvPr>
          <p:cNvSpPr/>
          <p:nvPr/>
        </p:nvSpPr>
        <p:spPr>
          <a:xfrm>
            <a:off x="6807200" y="2565400"/>
            <a:ext cx="63500" cy="21590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1E56515-3230-8F2F-E219-D98B34C4D58E}"/>
              </a:ext>
            </a:extLst>
          </p:cNvPr>
          <p:cNvSpPr txBox="1"/>
          <p:nvPr/>
        </p:nvSpPr>
        <p:spPr>
          <a:xfrm>
            <a:off x="7061200" y="2755900"/>
            <a:ext cx="41910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EDITOR VALIDATION</a:t>
            </a:r>
          </a:p>
        </p:txBody>
      </p:sp>
      <p:sp>
        <p:nvSpPr>
          <p:cNvPr id="32" name="TextBox 31">
            <a:extLst>
              <a:ext uri="{FF2B5EF4-FFF2-40B4-BE49-F238E27FC236}">
                <a16:creationId xmlns:a16="http://schemas.microsoft.com/office/drawing/2014/main" id="{A6EA6D63-46EA-D311-5448-644829B2C0DF}"/>
              </a:ext>
            </a:extLst>
          </p:cNvPr>
          <p:cNvSpPr txBox="1"/>
          <p:nvPr/>
        </p:nvSpPr>
        <p:spPr>
          <a:xfrm>
            <a:off x="7061200" y="3111500"/>
            <a:ext cx="4191000" cy="5080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Two receivers</a:t>
            </a:r>
          </a:p>
        </p:txBody>
      </p:sp>
      <p:sp>
        <p:nvSpPr>
          <p:cNvPr id="33" name="TextBox 32">
            <a:extLst>
              <a:ext uri="{FF2B5EF4-FFF2-40B4-BE49-F238E27FC236}">
                <a16:creationId xmlns:a16="http://schemas.microsoft.com/office/drawing/2014/main" id="{4F7666FC-6D5D-45B4-A8C5-50774AC6F622}"/>
              </a:ext>
            </a:extLst>
          </p:cNvPr>
          <p:cNvSpPr txBox="1"/>
          <p:nvPr/>
        </p:nvSpPr>
        <p:spPr>
          <a:xfrm>
            <a:off x="7061200" y="3708400"/>
            <a:ext cx="4191000" cy="8255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Each validates before editing</a:t>
            </a:r>
          </a:p>
        </p:txBody>
      </p:sp>
      <p:sp>
        <p:nvSpPr>
          <p:cNvPr id="34" name="Rectangle: Rounded Corners 33">
            <a:extLst>
              <a:ext uri="{FF2B5EF4-FFF2-40B4-BE49-F238E27FC236}">
                <a16:creationId xmlns:a16="http://schemas.microsoft.com/office/drawing/2014/main" id="{6FA47901-B8AB-5E73-E3FE-BC6F7BD418B0}"/>
              </a:ext>
            </a:extLst>
          </p:cNvPr>
          <p:cNvSpPr/>
          <p:nvPr/>
        </p:nvSpPr>
        <p:spPr>
          <a:xfrm>
            <a:off x="6807200" y="5016500"/>
            <a:ext cx="4699000" cy="482600"/>
          </a:xfrm>
          <a:prstGeom prst="roundRect">
            <a:avLst>
              <a:gd name="adj" fmla="val 18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11A966F-7F8E-E45B-F052-CBF05ACC9BA0}"/>
              </a:ext>
            </a:extLst>
          </p:cNvPr>
          <p:cNvSpPr/>
          <p:nvPr/>
        </p:nvSpPr>
        <p:spPr>
          <a:xfrm>
            <a:off x="6807200" y="5016500"/>
            <a:ext cx="50800" cy="4826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EDB10D8-0ECA-471D-B28D-6F1D26400D5D}"/>
              </a:ext>
            </a:extLst>
          </p:cNvPr>
          <p:cNvSpPr txBox="1"/>
          <p:nvPr/>
        </p:nvSpPr>
        <p:spPr>
          <a:xfrm>
            <a:off x="6997700" y="5130800"/>
            <a:ext cx="4381500" cy="304800"/>
          </a:xfrm>
          <a:prstGeom prst="rect">
            <a:avLst/>
          </a:prstGeom>
          <a:noFill/>
        </p:spPr>
        <p:txBody>
          <a:bodyPr vert="horz" wrap="square" lIns="0" tIns="0" rIns="0" bIns="0" rtlCol="0">
            <a:noAutofit/>
          </a:bodyPr>
          <a:lstStyle/>
          <a:p>
            <a:r>
              <a:rPr lang="en-US" sz="1400" b="1">
                <a:solidFill>
                  <a:srgbClr val="F7F4EC"/>
                </a:solidFill>
                <a:latin typeface="Inter" panose="020B0604020202020204" charset="0"/>
              </a:rPr>
              <a:t>One bounded Reader repair</a:t>
            </a:r>
          </a:p>
        </p:txBody>
      </p:sp>
    </p:spTree>
    <p:extLst>
      <p:ext uri="{BB962C8B-B14F-4D97-AF65-F5344CB8AC3E}">
        <p14:creationId xmlns:p14="http://schemas.microsoft.com/office/powerpoint/2010/main" val="2561311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Visual 8 two-proposal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7514AAF-35F4-7104-A3FC-2BF24E7004AC}"/>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75B0ACED-A283-1300-406F-8666949269E9}"/>
              </a:ext>
            </a:extLst>
          </p:cNvPr>
          <p:cNvSpPr>
            <a:spLocks noGrp="1"/>
          </p:cNvSpPr>
          <p:nvPr>
            <p:ph type="sldNum" sz="quarter" idx="11"/>
          </p:nvPr>
        </p:nvSpPr>
        <p:spPr/>
        <p:txBody>
          <a:bodyPr/>
          <a:lstStyle/>
          <a:p>
            <a:fld id="{8574A810-7A8E-054F-9F6B-09E9C694ECF9}" type="slidenum">
              <a:rPr lang="en-US" smtClean="0"/>
              <a:pPr/>
              <a:t>8</a:t>
            </a:fld>
            <a:endParaRPr lang="en-US" sz="1100" dirty="0"/>
          </a:p>
        </p:txBody>
      </p:sp>
      <p:sp>
        <p:nvSpPr>
          <p:cNvPr id="4" name="Rectangle 3">
            <a:extLst>
              <a:ext uri="{FF2B5EF4-FFF2-40B4-BE49-F238E27FC236}">
                <a16:creationId xmlns:a16="http://schemas.microsoft.com/office/drawing/2014/main" id="{CDEC46AC-7B5E-98FE-A05C-15BAD8284568}"/>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1261CC-243C-DBD4-929A-46CD8D58498C}"/>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06 / EDIT + CHECK</a:t>
            </a:r>
          </a:p>
        </p:txBody>
      </p:sp>
      <p:sp>
        <p:nvSpPr>
          <p:cNvPr id="6" name="TextBox 5">
            <a:extLst>
              <a:ext uri="{FF2B5EF4-FFF2-40B4-BE49-F238E27FC236}">
                <a16:creationId xmlns:a16="http://schemas.microsoft.com/office/drawing/2014/main" id="{869CAD59-DD4E-89A9-E23D-C2E8562BB323}"/>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Two candidates, checked separately</a:t>
            </a:r>
          </a:p>
        </p:txBody>
      </p:sp>
      <p:sp>
        <p:nvSpPr>
          <p:cNvPr id="7" name="TextBox 6">
            <a:extLst>
              <a:ext uri="{FF2B5EF4-FFF2-40B4-BE49-F238E27FC236}">
                <a16:creationId xmlns:a16="http://schemas.microsoft.com/office/drawing/2014/main" id="{828C8830-5FE5-1CC2-C365-D994DDE81C6E}"/>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Editors propose changes. Consistency checks each exact proposal version.</a:t>
            </a:r>
          </a:p>
        </p:txBody>
      </p:sp>
      <p:cxnSp>
        <p:nvCxnSpPr>
          <p:cNvPr id="8" name="Straight Connector 7">
            <a:extLst>
              <a:ext uri="{FF2B5EF4-FFF2-40B4-BE49-F238E27FC236}">
                <a16:creationId xmlns:a16="http://schemas.microsoft.com/office/drawing/2014/main" id="{68D3C5E1-B599-03EF-4429-A55FFAB70CD9}"/>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C9AE6C73-43D3-D775-1C0F-BF7916035585}"/>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4E1B7910-6A95-5911-5872-D5F99C3224F6}"/>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5" action="ppaction://hlinksldjump"/>
            <a:extLst>
              <a:ext uri="{FF2B5EF4-FFF2-40B4-BE49-F238E27FC236}">
                <a16:creationId xmlns:a16="http://schemas.microsoft.com/office/drawing/2014/main" id="{01287512-9C81-4254-63D2-45C305B11A3E}"/>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732DB367-D178-C335-7690-E25170D76F8A}"/>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08</a:t>
            </a:r>
          </a:p>
        </p:txBody>
      </p:sp>
      <p:sp>
        <p:nvSpPr>
          <p:cNvPr id="13" name="Rectangle: Rounded Corners 12">
            <a:extLst>
              <a:ext uri="{FF2B5EF4-FFF2-40B4-BE49-F238E27FC236}">
                <a16:creationId xmlns:a16="http://schemas.microsoft.com/office/drawing/2014/main" id="{560DE838-C83E-B19A-61B7-444846FE666B}"/>
              </a:ext>
            </a:extLst>
          </p:cNvPr>
          <p:cNvSpPr/>
          <p:nvPr/>
        </p:nvSpPr>
        <p:spPr>
          <a:xfrm>
            <a:off x="533400" y="2679700"/>
            <a:ext cx="3733800" cy="26416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B16E470-C778-1190-D847-184DA2EBF001}"/>
              </a:ext>
            </a:extLst>
          </p:cNvPr>
          <p:cNvSpPr/>
          <p:nvPr/>
        </p:nvSpPr>
        <p:spPr>
          <a:xfrm>
            <a:off x="533400" y="2679700"/>
            <a:ext cx="63500" cy="26416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F853F21-6CEE-E76D-C00E-8887A1B8B74B}"/>
              </a:ext>
            </a:extLst>
          </p:cNvPr>
          <p:cNvSpPr txBox="1"/>
          <p:nvPr/>
        </p:nvSpPr>
        <p:spPr>
          <a:xfrm>
            <a:off x="787400" y="2870200"/>
            <a:ext cx="32258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CRITIC / EDITOR A</a:t>
            </a:r>
          </a:p>
        </p:txBody>
      </p:sp>
      <p:sp>
        <p:nvSpPr>
          <p:cNvPr id="16" name="TextBox 15">
            <a:extLst>
              <a:ext uri="{FF2B5EF4-FFF2-40B4-BE49-F238E27FC236}">
                <a16:creationId xmlns:a16="http://schemas.microsoft.com/office/drawing/2014/main" id="{439FB8D7-D2F4-6C36-134F-21ABEDD5FE2D}"/>
              </a:ext>
            </a:extLst>
          </p:cNvPr>
          <p:cNvSpPr txBox="1"/>
          <p:nvPr/>
        </p:nvSpPr>
        <p:spPr>
          <a:xfrm>
            <a:off x="787400" y="3225800"/>
            <a:ext cx="32258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Proposal A</a:t>
            </a:r>
          </a:p>
        </p:txBody>
      </p:sp>
      <p:sp>
        <p:nvSpPr>
          <p:cNvPr id="17" name="TextBox 16">
            <a:extLst>
              <a:ext uri="{FF2B5EF4-FFF2-40B4-BE49-F238E27FC236}">
                <a16:creationId xmlns:a16="http://schemas.microsoft.com/office/drawing/2014/main" id="{AE8786E9-FE26-D0F2-DC2B-8D9075348811}"/>
              </a:ext>
            </a:extLst>
          </p:cNvPr>
          <p:cNvSpPr txBox="1"/>
          <p:nvPr/>
        </p:nvSpPr>
        <p:spPr>
          <a:xfrm>
            <a:off x="787400" y="4076700"/>
            <a:ext cx="3225800" cy="11176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Exact ID · version · hash</a:t>
            </a:r>
          </a:p>
        </p:txBody>
      </p:sp>
      <p:sp>
        <p:nvSpPr>
          <p:cNvPr id="18" name="Rectangle: Rounded Corners 17">
            <a:extLst>
              <a:ext uri="{FF2B5EF4-FFF2-40B4-BE49-F238E27FC236}">
                <a16:creationId xmlns:a16="http://schemas.microsoft.com/office/drawing/2014/main" id="{4BA46263-C6CC-B24E-17C2-5A4CEA734FD0}"/>
              </a:ext>
            </a:extLst>
          </p:cNvPr>
          <p:cNvSpPr/>
          <p:nvPr/>
        </p:nvSpPr>
        <p:spPr>
          <a:xfrm>
            <a:off x="4495800" y="2679700"/>
            <a:ext cx="3733800" cy="26416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A4A1604-F3AE-5E7A-520C-A03B50DEF4D7}"/>
              </a:ext>
            </a:extLst>
          </p:cNvPr>
          <p:cNvSpPr/>
          <p:nvPr/>
        </p:nvSpPr>
        <p:spPr>
          <a:xfrm>
            <a:off x="4495800" y="2679700"/>
            <a:ext cx="63500" cy="26416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990D08F-B1E4-D7AE-0800-576B37AD794A}"/>
              </a:ext>
            </a:extLst>
          </p:cNvPr>
          <p:cNvSpPr txBox="1"/>
          <p:nvPr/>
        </p:nvSpPr>
        <p:spPr>
          <a:xfrm>
            <a:off x="4749800" y="2870200"/>
            <a:ext cx="32258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CRITIC / EDITOR B</a:t>
            </a:r>
          </a:p>
        </p:txBody>
      </p:sp>
      <p:sp>
        <p:nvSpPr>
          <p:cNvPr id="21" name="TextBox 20">
            <a:extLst>
              <a:ext uri="{FF2B5EF4-FFF2-40B4-BE49-F238E27FC236}">
                <a16:creationId xmlns:a16="http://schemas.microsoft.com/office/drawing/2014/main" id="{245689B9-8D18-F7E9-692D-CDAFAC359EE8}"/>
              </a:ext>
            </a:extLst>
          </p:cNvPr>
          <p:cNvSpPr txBox="1"/>
          <p:nvPr/>
        </p:nvSpPr>
        <p:spPr>
          <a:xfrm>
            <a:off x="4749800" y="3225800"/>
            <a:ext cx="32258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Proposal B</a:t>
            </a:r>
          </a:p>
        </p:txBody>
      </p:sp>
      <p:sp>
        <p:nvSpPr>
          <p:cNvPr id="22" name="TextBox 21">
            <a:extLst>
              <a:ext uri="{FF2B5EF4-FFF2-40B4-BE49-F238E27FC236}">
                <a16:creationId xmlns:a16="http://schemas.microsoft.com/office/drawing/2014/main" id="{4EDA30D7-49B7-C55E-BD89-C2EA912B002F}"/>
              </a:ext>
            </a:extLst>
          </p:cNvPr>
          <p:cNvSpPr txBox="1"/>
          <p:nvPr/>
        </p:nvSpPr>
        <p:spPr>
          <a:xfrm>
            <a:off x="4749800" y="4076700"/>
            <a:ext cx="3225800" cy="11176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Exact ID · version · hash</a:t>
            </a:r>
          </a:p>
        </p:txBody>
      </p:sp>
      <p:cxnSp>
        <p:nvCxnSpPr>
          <p:cNvPr id="23" name="Straight Connector 22">
            <a:extLst>
              <a:ext uri="{FF2B5EF4-FFF2-40B4-BE49-F238E27FC236}">
                <a16:creationId xmlns:a16="http://schemas.microsoft.com/office/drawing/2014/main" id="{5648A2F8-DEE1-57B7-8BF9-B6C99D90B586}"/>
              </a:ext>
            </a:extLst>
          </p:cNvPr>
          <p:cNvCxnSpPr/>
          <p:nvPr/>
        </p:nvCxnSpPr>
        <p:spPr>
          <a:xfrm>
            <a:off x="8382000" y="3670300"/>
            <a:ext cx="457200" cy="0"/>
          </a:xfrm>
          <a:prstGeom prst="line">
            <a:avLst/>
          </a:prstGeom>
          <a:ln w="38100">
            <a:solidFill>
              <a:srgbClr val="53D9E9"/>
            </a:solid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85745A40-8C55-392E-AD9C-679A30DDD458}"/>
              </a:ext>
            </a:extLst>
          </p:cNvPr>
          <p:cNvSpPr/>
          <p:nvPr/>
        </p:nvSpPr>
        <p:spPr>
          <a:xfrm>
            <a:off x="8915400" y="2679700"/>
            <a:ext cx="2730500" cy="26416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95A92BD-7E60-B7FF-AF74-C6F7B954D76D}"/>
              </a:ext>
            </a:extLst>
          </p:cNvPr>
          <p:cNvSpPr/>
          <p:nvPr/>
        </p:nvSpPr>
        <p:spPr>
          <a:xfrm>
            <a:off x="8915400" y="2679700"/>
            <a:ext cx="63500" cy="26416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0E78EFC-86C6-44BB-DE10-DA68FA533B09}"/>
              </a:ext>
            </a:extLst>
          </p:cNvPr>
          <p:cNvSpPr txBox="1"/>
          <p:nvPr/>
        </p:nvSpPr>
        <p:spPr>
          <a:xfrm>
            <a:off x="9169400" y="2870200"/>
            <a:ext cx="2222500" cy="2794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ONE INSTANCE</a:t>
            </a:r>
          </a:p>
        </p:txBody>
      </p:sp>
      <p:sp>
        <p:nvSpPr>
          <p:cNvPr id="27" name="TextBox 26">
            <a:extLst>
              <a:ext uri="{FF2B5EF4-FFF2-40B4-BE49-F238E27FC236}">
                <a16:creationId xmlns:a16="http://schemas.microsoft.com/office/drawing/2014/main" id="{BFB1B4C5-031F-C9C7-D546-BD8FDE170730}"/>
              </a:ext>
            </a:extLst>
          </p:cNvPr>
          <p:cNvSpPr txBox="1"/>
          <p:nvPr/>
        </p:nvSpPr>
        <p:spPr>
          <a:xfrm>
            <a:off x="9169400" y="3225800"/>
            <a:ext cx="22225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Consistency</a:t>
            </a:r>
          </a:p>
        </p:txBody>
      </p:sp>
      <p:sp>
        <p:nvSpPr>
          <p:cNvPr id="28" name="TextBox 27">
            <a:extLst>
              <a:ext uri="{FF2B5EF4-FFF2-40B4-BE49-F238E27FC236}">
                <a16:creationId xmlns:a16="http://schemas.microsoft.com/office/drawing/2014/main" id="{EDB5DEF9-E12A-6776-469B-516407EAF2FF}"/>
              </a:ext>
            </a:extLst>
          </p:cNvPr>
          <p:cNvSpPr txBox="1"/>
          <p:nvPr/>
        </p:nvSpPr>
        <p:spPr>
          <a:xfrm>
            <a:off x="9169400" y="4076700"/>
            <a:ext cx="2222500" cy="11176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Check A, then B. Reports stay separate.</a:t>
            </a:r>
          </a:p>
        </p:txBody>
      </p:sp>
    </p:spTree>
    <p:extLst>
      <p:ext uri="{BB962C8B-B14F-4D97-AF65-F5344CB8AC3E}">
        <p14:creationId xmlns:p14="http://schemas.microsoft.com/office/powerpoint/2010/main" val="980368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Visual 9 review-loop">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D6790D-AD73-2B6A-0F46-BEB917F18BE1}"/>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0958EAC5-6B68-B3ED-B0E7-D197DBF536C4}"/>
              </a:ext>
            </a:extLst>
          </p:cNvPr>
          <p:cNvSpPr>
            <a:spLocks noGrp="1"/>
          </p:cNvSpPr>
          <p:nvPr>
            <p:ph type="sldNum" sz="quarter" idx="11"/>
          </p:nvPr>
        </p:nvSpPr>
        <p:spPr/>
        <p:txBody>
          <a:bodyPr/>
          <a:lstStyle/>
          <a:p>
            <a:fld id="{8574A810-7A8E-054F-9F6B-09E9C694ECF9}" type="slidenum">
              <a:rPr lang="en-US" smtClean="0"/>
              <a:pPr/>
              <a:t>9</a:t>
            </a:fld>
            <a:endParaRPr lang="en-US" sz="1100" dirty="0"/>
          </a:p>
        </p:txBody>
      </p:sp>
      <p:sp>
        <p:nvSpPr>
          <p:cNvPr id="4" name="Rectangle 3">
            <a:extLst>
              <a:ext uri="{FF2B5EF4-FFF2-40B4-BE49-F238E27FC236}">
                <a16:creationId xmlns:a16="http://schemas.microsoft.com/office/drawing/2014/main" id="{01D03308-12FA-E64A-B77F-103E20FF168D}"/>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3DCCFF2-C8CD-9B3B-FD6B-A51E4BAB076E}"/>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07 / WRITER REVIEW</a:t>
            </a:r>
          </a:p>
        </p:txBody>
      </p:sp>
      <p:sp>
        <p:nvSpPr>
          <p:cNvPr id="6" name="TextBox 5">
            <a:extLst>
              <a:ext uri="{FF2B5EF4-FFF2-40B4-BE49-F238E27FC236}">
                <a16:creationId xmlns:a16="http://schemas.microsoft.com/office/drawing/2014/main" id="{23BFD708-061F-C2A0-EAA6-76B33D4AC832}"/>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The writer decides</a:t>
            </a:r>
          </a:p>
        </p:txBody>
      </p:sp>
      <p:sp>
        <p:nvSpPr>
          <p:cNvPr id="7" name="TextBox 6">
            <a:extLst>
              <a:ext uri="{FF2B5EF4-FFF2-40B4-BE49-F238E27FC236}">
                <a16:creationId xmlns:a16="http://schemas.microsoft.com/office/drawing/2014/main" id="{0425D8AD-C768-02A8-6C8F-BE44088EC90A}"/>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Accept a current proposal, finish with labeled issues, or request a bounded revision.</a:t>
            </a:r>
          </a:p>
        </p:txBody>
      </p:sp>
      <p:cxnSp>
        <p:nvCxnSpPr>
          <p:cNvPr id="8" name="Straight Connector 7">
            <a:extLst>
              <a:ext uri="{FF2B5EF4-FFF2-40B4-BE49-F238E27FC236}">
                <a16:creationId xmlns:a16="http://schemas.microsoft.com/office/drawing/2014/main" id="{BB522F3E-E28A-B42C-43A3-3B760A4D45C6}"/>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E21A8AD3-B12F-EB6D-40B2-B4A5135AE8C9}"/>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D38687F6-E8C3-5858-E923-879CC0A17E2F}"/>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hlinkClick r:id="rId5" action="ppaction://hlinksldjump"/>
            <a:extLst>
              <a:ext uri="{FF2B5EF4-FFF2-40B4-BE49-F238E27FC236}">
                <a16:creationId xmlns:a16="http://schemas.microsoft.com/office/drawing/2014/main" id="{C47D9AB6-64FB-DF3D-83AF-7ACE18EC41D4}"/>
              </a:ext>
            </a:extLst>
          </p:cNvPr>
          <p:cNvSpPr txBox="1"/>
          <p:nvPr/>
        </p:nvSpPr>
        <p:spPr>
          <a:xfrm>
            <a:off x="10414000" y="6477000"/>
            <a:ext cx="1270000" cy="254000"/>
          </a:xfrm>
          <a:prstGeom prst="rect">
            <a:avLst/>
          </a:prstGeom>
          <a:noFill/>
        </p:spPr>
        <p:txBody>
          <a:bodyPr vert="horz" wrap="square" lIns="0" tIns="0" rIns="0" bIns="0" rtlCol="0">
            <a:noAutofit/>
          </a:bodyPr>
          <a:lstStyle/>
          <a:p>
            <a:pPr algn="r"/>
            <a:r>
              <a:rPr lang="en-US" sz="1100">
                <a:solidFill>
                  <a:srgbClr val="9AAAC3"/>
                </a:solidFill>
                <a:latin typeface="Inter" panose="020B0604020202020204" charset="0"/>
              </a:rPr>
              <a:t>NEXT  →</a:t>
            </a:r>
          </a:p>
        </p:txBody>
      </p:sp>
      <p:sp>
        <p:nvSpPr>
          <p:cNvPr id="12" name="TextBox 11">
            <a:extLst>
              <a:ext uri="{FF2B5EF4-FFF2-40B4-BE49-F238E27FC236}">
                <a16:creationId xmlns:a16="http://schemas.microsoft.com/office/drawing/2014/main" id="{FBF58CCC-13DA-0A9F-0739-18CDBE9EC0B7}"/>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09</a:t>
            </a:r>
          </a:p>
        </p:txBody>
      </p:sp>
      <p:sp>
        <p:nvSpPr>
          <p:cNvPr id="13" name="Rectangle: Rounded Corners 12">
            <a:extLst>
              <a:ext uri="{FF2B5EF4-FFF2-40B4-BE49-F238E27FC236}">
                <a16:creationId xmlns:a16="http://schemas.microsoft.com/office/drawing/2014/main" id="{8FC9CA29-EE87-5FF2-C818-B5B922F8B13E}"/>
              </a:ext>
            </a:extLst>
          </p:cNvPr>
          <p:cNvSpPr/>
          <p:nvPr/>
        </p:nvSpPr>
        <p:spPr>
          <a:xfrm>
            <a:off x="825500" y="2692400"/>
            <a:ext cx="3175000" cy="2413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CFAB67-DFE1-2AFC-22F9-27DE436D024B}"/>
              </a:ext>
            </a:extLst>
          </p:cNvPr>
          <p:cNvSpPr/>
          <p:nvPr/>
        </p:nvSpPr>
        <p:spPr>
          <a:xfrm>
            <a:off x="825500" y="2692400"/>
            <a:ext cx="63500" cy="2413000"/>
          </a:xfrm>
          <a:prstGeom prst="rect">
            <a:avLst/>
          </a:prstGeom>
          <a:solidFill>
            <a:srgbClr val="F4BC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0CBDF3B-9EFF-6B87-2404-7CEA2B2769CB}"/>
              </a:ext>
            </a:extLst>
          </p:cNvPr>
          <p:cNvSpPr txBox="1"/>
          <p:nvPr/>
        </p:nvSpPr>
        <p:spPr>
          <a:xfrm>
            <a:off x="1079500" y="2882900"/>
            <a:ext cx="2667000" cy="279400"/>
          </a:xfrm>
          <a:prstGeom prst="rect">
            <a:avLst/>
          </a:prstGeom>
          <a:noFill/>
        </p:spPr>
        <p:txBody>
          <a:bodyPr vert="horz" wrap="square" lIns="0" tIns="0" rIns="0" bIns="0" rtlCol="0">
            <a:noAutofit/>
          </a:bodyPr>
          <a:lstStyle/>
          <a:p>
            <a:r>
              <a:rPr lang="en-US" sz="1200" b="1">
                <a:solidFill>
                  <a:srgbClr val="F4BC6C"/>
                </a:solidFill>
                <a:latin typeface="Inter" panose="020B0604020202020204" charset="0"/>
              </a:rPr>
              <a:t>CURRENT VERSION</a:t>
            </a:r>
          </a:p>
        </p:txBody>
      </p:sp>
      <p:sp>
        <p:nvSpPr>
          <p:cNvPr id="16" name="TextBox 15">
            <a:extLst>
              <a:ext uri="{FF2B5EF4-FFF2-40B4-BE49-F238E27FC236}">
                <a16:creationId xmlns:a16="http://schemas.microsoft.com/office/drawing/2014/main" id="{97F70198-80BF-E5B5-B676-4CC0501EEDAF}"/>
              </a:ext>
            </a:extLst>
          </p:cNvPr>
          <p:cNvSpPr txBox="1"/>
          <p:nvPr/>
        </p:nvSpPr>
        <p:spPr>
          <a:xfrm>
            <a:off x="1079500" y="3238500"/>
            <a:ext cx="2667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Writer review</a:t>
            </a:r>
          </a:p>
        </p:txBody>
      </p:sp>
      <p:sp>
        <p:nvSpPr>
          <p:cNvPr id="17" name="TextBox 16">
            <a:extLst>
              <a:ext uri="{FF2B5EF4-FFF2-40B4-BE49-F238E27FC236}">
                <a16:creationId xmlns:a16="http://schemas.microsoft.com/office/drawing/2014/main" id="{416C7BA4-DB82-866E-5693-8DF6B572DAEB}"/>
              </a:ext>
            </a:extLst>
          </p:cNvPr>
          <p:cNvSpPr txBox="1"/>
          <p:nvPr/>
        </p:nvSpPr>
        <p:spPr>
          <a:xfrm>
            <a:off x="1079500" y="4089400"/>
            <a:ext cx="2667000" cy="889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Accept · finish · revise</a:t>
            </a:r>
          </a:p>
        </p:txBody>
      </p:sp>
      <p:sp>
        <p:nvSpPr>
          <p:cNvPr id="18" name="Rectangle: Rounded Corners 17">
            <a:extLst>
              <a:ext uri="{FF2B5EF4-FFF2-40B4-BE49-F238E27FC236}">
                <a16:creationId xmlns:a16="http://schemas.microsoft.com/office/drawing/2014/main" id="{64DC953F-FD5D-B858-2F0C-40E0F386F5A5}"/>
              </a:ext>
            </a:extLst>
          </p:cNvPr>
          <p:cNvSpPr/>
          <p:nvPr/>
        </p:nvSpPr>
        <p:spPr>
          <a:xfrm>
            <a:off x="4533900" y="2692400"/>
            <a:ext cx="3175000" cy="2413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645491-B608-A743-3C41-B5C4EF618781}"/>
              </a:ext>
            </a:extLst>
          </p:cNvPr>
          <p:cNvSpPr/>
          <p:nvPr/>
        </p:nvSpPr>
        <p:spPr>
          <a:xfrm>
            <a:off x="4533900" y="2692400"/>
            <a:ext cx="63500" cy="2413000"/>
          </a:xfrm>
          <a:prstGeom prst="rect">
            <a:avLst/>
          </a:prstGeom>
          <a:solidFill>
            <a:srgbClr val="53D9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1AB9D6B-1A98-7A14-5EA0-FE0296D88BF7}"/>
              </a:ext>
            </a:extLst>
          </p:cNvPr>
          <p:cNvSpPr txBox="1"/>
          <p:nvPr/>
        </p:nvSpPr>
        <p:spPr>
          <a:xfrm>
            <a:off x="4787900" y="2882900"/>
            <a:ext cx="2667000" cy="2794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ROUND ≤ 2</a:t>
            </a:r>
          </a:p>
        </p:txBody>
      </p:sp>
      <p:sp>
        <p:nvSpPr>
          <p:cNvPr id="21" name="TextBox 20">
            <a:extLst>
              <a:ext uri="{FF2B5EF4-FFF2-40B4-BE49-F238E27FC236}">
                <a16:creationId xmlns:a16="http://schemas.microsoft.com/office/drawing/2014/main" id="{BFD59B2E-C56F-2F54-4BB5-EBCE27EE33E4}"/>
              </a:ext>
            </a:extLst>
          </p:cNvPr>
          <p:cNvSpPr txBox="1"/>
          <p:nvPr/>
        </p:nvSpPr>
        <p:spPr>
          <a:xfrm>
            <a:off x="4787900" y="3238500"/>
            <a:ext cx="2667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Reader</a:t>
            </a:r>
          </a:p>
        </p:txBody>
      </p:sp>
      <p:sp>
        <p:nvSpPr>
          <p:cNvPr id="22" name="TextBox 21">
            <a:extLst>
              <a:ext uri="{FF2B5EF4-FFF2-40B4-BE49-F238E27FC236}">
                <a16:creationId xmlns:a16="http://schemas.microsoft.com/office/drawing/2014/main" id="{A5CDB6D7-7B88-D49D-EDF5-7481E8862BD6}"/>
              </a:ext>
            </a:extLst>
          </p:cNvPr>
          <p:cNvSpPr txBox="1"/>
          <p:nvPr/>
        </p:nvSpPr>
        <p:spPr>
          <a:xfrm>
            <a:off x="4787900" y="4089400"/>
            <a:ext cx="2667000" cy="889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Refresh the handoff</a:t>
            </a:r>
          </a:p>
        </p:txBody>
      </p:sp>
      <p:sp>
        <p:nvSpPr>
          <p:cNvPr id="23" name="Rectangle: Rounded Corners 22">
            <a:extLst>
              <a:ext uri="{FF2B5EF4-FFF2-40B4-BE49-F238E27FC236}">
                <a16:creationId xmlns:a16="http://schemas.microsoft.com/office/drawing/2014/main" id="{EFAB012E-DE18-E36B-FA17-C2D7A02B9182}"/>
              </a:ext>
            </a:extLst>
          </p:cNvPr>
          <p:cNvSpPr/>
          <p:nvPr/>
        </p:nvSpPr>
        <p:spPr>
          <a:xfrm>
            <a:off x="8255000" y="2692400"/>
            <a:ext cx="3175000" cy="2413000"/>
          </a:xfrm>
          <a:prstGeom prst="roundRect">
            <a:avLst>
              <a:gd name="adj" fmla="val 12000"/>
            </a:avLst>
          </a:prstGeom>
          <a:solidFill>
            <a:srgbClr val="1825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D7A4E6D-DFD9-7BF2-2789-59432B303E6B}"/>
              </a:ext>
            </a:extLst>
          </p:cNvPr>
          <p:cNvSpPr/>
          <p:nvPr/>
        </p:nvSpPr>
        <p:spPr>
          <a:xfrm>
            <a:off x="8255000" y="2692400"/>
            <a:ext cx="63500" cy="2413000"/>
          </a:xfrm>
          <a:prstGeom prst="rect">
            <a:avLst/>
          </a:prstGeom>
          <a:solidFill>
            <a:srgbClr val="76A8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E3F6BB0-7AEF-E20A-00AE-B41A6C9008AA}"/>
              </a:ext>
            </a:extLst>
          </p:cNvPr>
          <p:cNvSpPr txBox="1"/>
          <p:nvPr/>
        </p:nvSpPr>
        <p:spPr>
          <a:xfrm>
            <a:off x="8509000" y="2882900"/>
            <a:ext cx="2667000" cy="279400"/>
          </a:xfrm>
          <a:prstGeom prst="rect">
            <a:avLst/>
          </a:prstGeom>
          <a:noFill/>
        </p:spPr>
        <p:txBody>
          <a:bodyPr vert="horz" wrap="square" lIns="0" tIns="0" rIns="0" bIns="0" rtlCol="0">
            <a:noAutofit/>
          </a:bodyPr>
          <a:lstStyle/>
          <a:p>
            <a:r>
              <a:rPr lang="en-US" sz="1200" b="1">
                <a:solidFill>
                  <a:srgbClr val="76A8FF"/>
                </a:solidFill>
                <a:latin typeface="Inter" panose="020B0604020202020204" charset="0"/>
              </a:rPr>
              <a:t>EXACT VERSIONS</a:t>
            </a:r>
          </a:p>
        </p:txBody>
      </p:sp>
      <p:sp>
        <p:nvSpPr>
          <p:cNvPr id="26" name="TextBox 25">
            <a:extLst>
              <a:ext uri="{FF2B5EF4-FFF2-40B4-BE49-F238E27FC236}">
                <a16:creationId xmlns:a16="http://schemas.microsoft.com/office/drawing/2014/main" id="{E51CC1B7-E3F0-6E6A-E8ED-7BE6CD8DECAA}"/>
              </a:ext>
            </a:extLst>
          </p:cNvPr>
          <p:cNvSpPr txBox="1"/>
          <p:nvPr/>
        </p:nvSpPr>
        <p:spPr>
          <a:xfrm>
            <a:off x="8509000" y="3238500"/>
            <a:ext cx="2667000" cy="774700"/>
          </a:xfrm>
          <a:prstGeom prst="rect">
            <a:avLst/>
          </a:prstGeom>
          <a:noFill/>
        </p:spPr>
        <p:txBody>
          <a:bodyPr vert="horz" wrap="square" lIns="0" tIns="0" rIns="0" bIns="0" rtlCol="0">
            <a:noAutofit/>
          </a:bodyPr>
          <a:lstStyle/>
          <a:p>
            <a:r>
              <a:rPr lang="en-US" sz="2100" b="1">
                <a:solidFill>
                  <a:srgbClr val="F7F4EC"/>
                </a:solidFill>
                <a:latin typeface="Inter" panose="020B0604020202020204" charset="0"/>
              </a:rPr>
              <a:t>Editors + checks</a:t>
            </a:r>
          </a:p>
        </p:txBody>
      </p:sp>
      <p:sp>
        <p:nvSpPr>
          <p:cNvPr id="27" name="TextBox 26">
            <a:extLst>
              <a:ext uri="{FF2B5EF4-FFF2-40B4-BE49-F238E27FC236}">
                <a16:creationId xmlns:a16="http://schemas.microsoft.com/office/drawing/2014/main" id="{D18E3BEA-BE93-7997-63FF-AB7AF8888D60}"/>
              </a:ext>
            </a:extLst>
          </p:cNvPr>
          <p:cNvSpPr txBox="1"/>
          <p:nvPr/>
        </p:nvSpPr>
        <p:spPr>
          <a:xfrm>
            <a:off x="8509000" y="4089400"/>
            <a:ext cx="2667000" cy="889000"/>
          </a:xfrm>
          <a:prstGeom prst="rect">
            <a:avLst/>
          </a:prstGeom>
          <a:noFill/>
        </p:spPr>
        <p:txBody>
          <a:bodyPr vert="horz" wrap="square" lIns="0" tIns="0" rIns="0" bIns="0" rtlCol="0">
            <a:noAutofit/>
          </a:bodyPr>
          <a:lstStyle/>
          <a:p>
            <a:r>
              <a:rPr lang="en-US" sz="1400">
                <a:solidFill>
                  <a:srgbClr val="9AAAC3"/>
                </a:solidFill>
                <a:latin typeface="Inter" panose="020B0604020202020204" charset="0"/>
              </a:rPr>
              <a:t>New proposals, new checks</a:t>
            </a:r>
          </a:p>
        </p:txBody>
      </p:sp>
      <p:cxnSp>
        <p:nvCxnSpPr>
          <p:cNvPr id="28" name="Straight Connector 27">
            <a:extLst>
              <a:ext uri="{FF2B5EF4-FFF2-40B4-BE49-F238E27FC236}">
                <a16:creationId xmlns:a16="http://schemas.microsoft.com/office/drawing/2014/main" id="{49F6AE85-B568-D334-34FD-35FF01054A92}"/>
              </a:ext>
            </a:extLst>
          </p:cNvPr>
          <p:cNvCxnSpPr/>
          <p:nvPr/>
        </p:nvCxnSpPr>
        <p:spPr>
          <a:xfrm>
            <a:off x="4025900" y="3886200"/>
            <a:ext cx="469900" cy="0"/>
          </a:xfrm>
          <a:prstGeom prst="line">
            <a:avLst/>
          </a:prstGeom>
          <a:ln w="38100">
            <a:solidFill>
              <a:srgbClr val="F4BC6C"/>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D9BD195-F2A5-E13E-2717-DBD0209A175B}"/>
              </a:ext>
            </a:extLst>
          </p:cNvPr>
          <p:cNvCxnSpPr/>
          <p:nvPr/>
        </p:nvCxnSpPr>
        <p:spPr>
          <a:xfrm>
            <a:off x="7734300" y="3886200"/>
            <a:ext cx="482600" cy="0"/>
          </a:xfrm>
          <a:prstGeom prst="line">
            <a:avLst/>
          </a:prstGeom>
          <a:ln w="38100">
            <a:solidFill>
              <a:srgbClr val="53D9E9"/>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19E8238-C49C-AB41-D696-A76895471207}"/>
              </a:ext>
            </a:extLst>
          </p:cNvPr>
          <p:cNvCxnSpPr/>
          <p:nvPr/>
        </p:nvCxnSpPr>
        <p:spPr>
          <a:xfrm>
            <a:off x="9842500" y="5334000"/>
            <a:ext cx="0" cy="431800"/>
          </a:xfrm>
          <a:prstGeom prst="line">
            <a:avLst/>
          </a:prstGeom>
          <a:ln w="38100">
            <a:solidFill>
              <a:srgbClr val="76A8FF"/>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55A5693-A7F7-6EE2-7409-A69695788047}"/>
              </a:ext>
            </a:extLst>
          </p:cNvPr>
          <p:cNvCxnSpPr/>
          <p:nvPr/>
        </p:nvCxnSpPr>
        <p:spPr>
          <a:xfrm flipH="1">
            <a:off x="2413000" y="5765800"/>
            <a:ext cx="7429500" cy="0"/>
          </a:xfrm>
          <a:prstGeom prst="line">
            <a:avLst/>
          </a:prstGeom>
          <a:ln w="38100">
            <a:solidFill>
              <a:srgbClr val="F4BC6C"/>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38EF6C6-C04B-611E-380F-A76AD59E8ABC}"/>
              </a:ext>
            </a:extLst>
          </p:cNvPr>
          <p:cNvCxnSpPr/>
          <p:nvPr/>
        </p:nvCxnSpPr>
        <p:spPr>
          <a:xfrm flipV="1">
            <a:off x="2413000" y="5346700"/>
            <a:ext cx="0" cy="419100"/>
          </a:xfrm>
          <a:prstGeom prst="line">
            <a:avLst/>
          </a:prstGeom>
          <a:ln w="38100">
            <a:solidFill>
              <a:srgbClr val="F4BC6C"/>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49B05354-DBDB-EB3F-EDAE-0B7B8D3398CF}"/>
              </a:ext>
            </a:extLst>
          </p:cNvPr>
          <p:cNvSpPr txBox="1"/>
          <p:nvPr/>
        </p:nvSpPr>
        <p:spPr>
          <a:xfrm>
            <a:off x="4914900" y="5803900"/>
            <a:ext cx="2794000" cy="279400"/>
          </a:xfrm>
          <a:prstGeom prst="rect">
            <a:avLst/>
          </a:prstGeom>
          <a:noFill/>
        </p:spPr>
        <p:txBody>
          <a:bodyPr vert="horz" wrap="square" lIns="0" tIns="0" rIns="0" bIns="0" rtlCol="0">
            <a:noAutofit/>
          </a:bodyPr>
          <a:lstStyle/>
          <a:p>
            <a:pPr algn="ctr"/>
            <a:r>
              <a:rPr lang="en-US" sz="1300" b="1">
                <a:solidFill>
                  <a:srgbClr val="F4BC6C"/>
                </a:solidFill>
                <a:latin typeface="Inter" panose="020B0604020202020204" charset="0"/>
              </a:rPr>
              <a:t>Revision returns here</a:t>
            </a:r>
          </a:p>
        </p:txBody>
      </p:sp>
      <p:sp>
        <p:nvSpPr>
          <p:cNvPr id="34" name="Animated bounded revision light">
            <a:extLst>
              <a:ext uri="{FF2B5EF4-FFF2-40B4-BE49-F238E27FC236}">
                <a16:creationId xmlns:a16="http://schemas.microsoft.com/office/drawing/2014/main" id="{8FBB2A71-ED23-5D0C-3754-6D6BA6FDC437}"/>
              </a:ext>
            </a:extLst>
          </p:cNvPr>
          <p:cNvSpPr/>
          <p:nvPr/>
        </p:nvSpPr>
        <p:spPr>
          <a:xfrm>
            <a:off x="3924300" y="3810000"/>
            <a:ext cx="152400" cy="152400"/>
          </a:xfrm>
          <a:prstGeom prst="ellipse">
            <a:avLst/>
          </a:prstGeom>
          <a:solidFill>
            <a:srgbClr val="F7F4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hlinkClick r:id="rId6" action="ppaction://hlinksldjump"/>
            <a:extLst>
              <a:ext uri="{FF2B5EF4-FFF2-40B4-BE49-F238E27FC236}">
                <a16:creationId xmlns:a16="http://schemas.microsoft.com/office/drawing/2014/main" id="{1E7F60A8-5841-F185-607E-FE263EA56936}"/>
              </a:ext>
            </a:extLst>
          </p:cNvPr>
          <p:cNvSpPr txBox="1"/>
          <p:nvPr/>
        </p:nvSpPr>
        <p:spPr>
          <a:xfrm>
            <a:off x="609600" y="5943600"/>
            <a:ext cx="3048000" cy="254000"/>
          </a:xfrm>
          <a:prstGeom prst="rect">
            <a:avLst/>
          </a:prstGeom>
          <a:noFill/>
        </p:spPr>
        <p:txBody>
          <a:bodyPr vert="horz" wrap="square" lIns="0" tIns="0" rIns="0" bIns="0" rtlCol="0">
            <a:noAutofit/>
          </a:bodyPr>
          <a:lstStyle/>
          <a:p>
            <a:r>
              <a:rPr lang="en-US" sz="1200" b="1">
                <a:solidFill>
                  <a:srgbClr val="53D9E9"/>
                </a:solidFill>
                <a:latin typeface="Inter" panose="020B0604020202020204" charset="0"/>
              </a:rPr>
              <a:t>RETURN TO READER  →</a:t>
            </a:r>
          </a:p>
        </p:txBody>
      </p:sp>
    </p:spTree>
    <p:extLst>
      <p:ext uri="{BB962C8B-B14F-4D97-AF65-F5344CB8AC3E}">
        <p14:creationId xmlns:p14="http://schemas.microsoft.com/office/powerpoint/2010/main" val="17400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repeatCount="999000" fill="hold" grpId="0" nodeType="withEffect">
                                  <p:stCondLst>
                                    <p:cond delay="0"/>
                                  </p:stCondLst>
                                  <p:childTnLst>
                                    <p:animMotion origin="layout" path="M 0 0 L 0.04375 0 E" pathEditMode="relative">
                                      <p:cBhvr from="" to="">
                                        <p:cTn id="6" dur="2000" fill="hold">
                                          <p:stCondLst>
                                            <p:cond delay="0"/>
                                          </p:stCondLst>
                                        </p:cTn>
                                        <p:tgtEl>
                                          <p:spTgt spid="34"/>
                                        </p:tgtEl>
                                        <p:attrNameLst>
                                          <p:attrName>ppt_x</p:attrName>
                                          <p:attrName>ppt_y</p:attrName>
                                        </p:attrNameLst>
                                      </p:cBhvr>
                                    </p:animMotion>
                                    <p:animMotion origin="layout" path="M 0.04375 0 L 0.304167 0 E" pathEditMode="relative">
                                      <p:cBhvr from="" to="">
                                        <p:cTn id="7" dur="2800" fill="hold">
                                          <p:stCondLst>
                                            <p:cond delay="2000"/>
                                          </p:stCondLst>
                                        </p:cTn>
                                        <p:tgtEl>
                                          <p:spTgt spid="34"/>
                                        </p:tgtEl>
                                        <p:attrNameLst>
                                          <p:attrName>ppt_x</p:attrName>
                                          <p:attrName>ppt_y</p:attrName>
                                        </p:attrNameLst>
                                      </p:cBhvr>
                                    </p:animMotion>
                                    <p:animMotion origin="layout" path="M 0.304167 0 L 0.348958 0 E" pathEditMode="relative">
                                      <p:cBhvr from="" to="">
                                        <p:cTn id="8" dur="2000" fill="hold">
                                          <p:stCondLst>
                                            <p:cond delay="4800"/>
                                          </p:stCondLst>
                                        </p:cTn>
                                        <p:tgtEl>
                                          <p:spTgt spid="34"/>
                                        </p:tgtEl>
                                        <p:attrNameLst>
                                          <p:attrName>ppt_x</p:attrName>
                                          <p:attrName>ppt_y</p:attrName>
                                        </p:attrNameLst>
                                      </p:cBhvr>
                                    </p:animMotion>
                                    <p:animMotion origin="layout" path="M 0.348958 0 L 0.479167 0 E" pathEditMode="relative">
                                      <p:cBhvr from="" to="">
                                        <p:cTn id="9" dur="2600" fill="hold">
                                          <p:stCondLst>
                                            <p:cond delay="6800"/>
                                          </p:stCondLst>
                                        </p:cTn>
                                        <p:tgtEl>
                                          <p:spTgt spid="34"/>
                                        </p:tgtEl>
                                        <p:attrNameLst>
                                          <p:attrName>ppt_x</p:attrName>
                                          <p:attrName>ppt_y</p:attrName>
                                        </p:attrNameLst>
                                      </p:cBhvr>
                                    </p:animMotion>
                                    <p:animMotion origin="layout" path="M 0.479167 0 L 0.479167 0.274074 E" pathEditMode="relative">
                                      <p:cBhvr from="" to="">
                                        <p:cTn id="10" dur="2400" fill="hold">
                                          <p:stCondLst>
                                            <p:cond delay="9400"/>
                                          </p:stCondLst>
                                        </p:cTn>
                                        <p:tgtEl>
                                          <p:spTgt spid="34"/>
                                        </p:tgtEl>
                                        <p:attrNameLst>
                                          <p:attrName>ppt_x</p:attrName>
                                          <p:attrName>ppt_y</p:attrName>
                                        </p:attrNameLst>
                                      </p:cBhvr>
                                    </p:animMotion>
                                    <p:animMotion origin="layout" path="M 0.479167 0.274074 L -0.130208 0.274074 E" pathEditMode="relative">
                                      <p:cBhvr from="" to="">
                                        <p:cTn id="11" dur="5000" fill="hold">
                                          <p:stCondLst>
                                            <p:cond delay="11800"/>
                                          </p:stCondLst>
                                        </p:cTn>
                                        <p:tgtEl>
                                          <p:spTgt spid="34"/>
                                        </p:tgtEl>
                                        <p:attrNameLst>
                                          <p:attrName>ppt_x</p:attrName>
                                          <p:attrName>ppt_y</p:attrName>
                                        </p:attrNameLst>
                                      </p:cBhvr>
                                    </p:animMotion>
                                    <p:animMotion origin="layout" path="M -0.130208 0.274074 L -0.130208 0 E" pathEditMode="relative">
                                      <p:cBhvr from="" to="">
                                        <p:cTn id="12" dur="2400" fill="hold">
                                          <p:stCondLst>
                                            <p:cond delay="16800"/>
                                          </p:stCondLst>
                                        </p:cTn>
                                        <p:tgtEl>
                                          <p:spTgt spid="34"/>
                                        </p:tgtEl>
                                        <p:attrNameLst>
                                          <p:attrName>ppt_x</p:attrName>
                                          <p:attrName>ppt_y</p:attrName>
                                        </p:attrNameLst>
                                      </p:cBhvr>
                                    </p:animMotion>
                                    <p:animMotion origin="layout" path="M -0.130208 0 L 0 0 E" pathEditMode="relative">
                                      <p:cBhvr from="" to="">
                                        <p:cTn id="13" dur="2000" fill="hold">
                                          <p:stCondLst>
                                            <p:cond delay="19200"/>
                                          </p:stCondLst>
                                        </p:cTn>
                                        <p:tgtEl>
                                          <p:spTgt spid="34"/>
                                        </p:tgtEl>
                                        <p:attrNameLst>
                                          <p:attrName>ppt_x</p:attrName>
                                          <p:attrName>ppt_y</p:attrName>
                                        </p:attrNameLst>
                                      </p:cBhvr>
                                    </p:animMotion>
                                    <p:animMotion origin="layout" path="M 0 0 L 0 0 E" pathEditMode="relative">
                                      <p:cBhvr from="" to="">
                                        <p:cTn id="14" dur="2500" fill="hold">
                                          <p:stCondLst>
                                            <p:cond delay="21200"/>
                                          </p:stCondLst>
                                        </p:cTn>
                                        <p:tgtEl>
                                          <p:spTgt spid="3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Visual 10 close-and-repla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4997FA-A23C-C460-E318-04BB50429A42}"/>
              </a:ext>
            </a:extLst>
          </p:cNvPr>
          <p:cNvSpPr>
            <a:spLocks noGrp="1"/>
          </p:cNvSpPr>
          <p:nvPr>
            <p:ph type="ftr" sz="quarter" idx="10"/>
          </p:nvPr>
        </p:nvSpPr>
        <p:spPr/>
        <p:txBody>
          <a:bodyPr/>
          <a:lstStyle/>
          <a:p>
            <a:endParaRPr lang="en-US" sz="1100" dirty="0"/>
          </a:p>
        </p:txBody>
      </p:sp>
      <p:sp>
        <p:nvSpPr>
          <p:cNvPr id="3" name="Slide Number Placeholder 2">
            <a:extLst>
              <a:ext uri="{FF2B5EF4-FFF2-40B4-BE49-F238E27FC236}">
                <a16:creationId xmlns:a16="http://schemas.microsoft.com/office/drawing/2014/main" id="{DABE7194-0840-2634-7FF1-C607714639FA}"/>
              </a:ext>
            </a:extLst>
          </p:cNvPr>
          <p:cNvSpPr>
            <a:spLocks noGrp="1"/>
          </p:cNvSpPr>
          <p:nvPr>
            <p:ph type="sldNum" sz="quarter" idx="11"/>
          </p:nvPr>
        </p:nvSpPr>
        <p:spPr/>
        <p:txBody>
          <a:bodyPr/>
          <a:lstStyle/>
          <a:p>
            <a:fld id="{8574A810-7A8E-054F-9F6B-09E9C694ECF9}" type="slidenum">
              <a:rPr lang="en-US" smtClean="0"/>
              <a:pPr/>
              <a:t>10</a:t>
            </a:fld>
            <a:endParaRPr lang="en-US" sz="1100" dirty="0"/>
          </a:p>
        </p:txBody>
      </p:sp>
      <p:sp>
        <p:nvSpPr>
          <p:cNvPr id="4" name="Rectangle 3">
            <a:extLst>
              <a:ext uri="{FF2B5EF4-FFF2-40B4-BE49-F238E27FC236}">
                <a16:creationId xmlns:a16="http://schemas.microsoft.com/office/drawing/2014/main" id="{DD6CBED6-386A-C7F5-3619-BC1A8A92D051}"/>
              </a:ext>
            </a:extLst>
          </p:cNvPr>
          <p:cNvSpPr/>
          <p:nvPr/>
        </p:nvSpPr>
        <p:spPr>
          <a:xfrm>
            <a:off x="0" y="0"/>
            <a:ext cx="12192000" cy="6858000"/>
          </a:xfrm>
          <a:prstGeom prst="rect">
            <a:avLst/>
          </a:prstGeom>
          <a:solidFill>
            <a:srgbClr val="0B12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68B3C4-B9A1-5E96-2CB9-994BD39ED367}"/>
              </a:ext>
            </a:extLst>
          </p:cNvPr>
          <p:cNvSpPr txBox="1"/>
          <p:nvPr/>
        </p:nvSpPr>
        <p:spPr>
          <a:xfrm>
            <a:off x="533400" y="355600"/>
            <a:ext cx="4318000" cy="254000"/>
          </a:xfrm>
          <a:prstGeom prst="rect">
            <a:avLst/>
          </a:prstGeom>
          <a:noFill/>
        </p:spPr>
        <p:txBody>
          <a:bodyPr vert="horz" wrap="square" lIns="0" tIns="0" rIns="0" bIns="0" rtlCol="0">
            <a:noAutofit/>
          </a:bodyPr>
          <a:lstStyle/>
          <a:p>
            <a:r>
              <a:rPr lang="en-US" sz="1200" b="1">
                <a:solidFill>
                  <a:srgbClr val="A6E8C0"/>
                </a:solidFill>
                <a:latin typeface="Inter" panose="020B0604020202020204" charset="0"/>
              </a:rPr>
              <a:t>08 / EXPORT</a:t>
            </a:r>
          </a:p>
        </p:txBody>
      </p:sp>
      <p:sp>
        <p:nvSpPr>
          <p:cNvPr id="6" name="TextBox 5">
            <a:extLst>
              <a:ext uri="{FF2B5EF4-FFF2-40B4-BE49-F238E27FC236}">
                <a16:creationId xmlns:a16="http://schemas.microsoft.com/office/drawing/2014/main" id="{4B92F9B2-BBA8-8D84-4BD4-41017B6E608F}"/>
              </a:ext>
            </a:extLst>
          </p:cNvPr>
          <p:cNvSpPr txBox="1"/>
          <p:nvPr/>
        </p:nvSpPr>
        <p:spPr>
          <a:xfrm>
            <a:off x="533400" y="736600"/>
            <a:ext cx="10985500" cy="711200"/>
          </a:xfrm>
          <a:prstGeom prst="rect">
            <a:avLst/>
          </a:prstGeom>
          <a:noFill/>
        </p:spPr>
        <p:txBody>
          <a:bodyPr vert="horz" wrap="square" lIns="0" tIns="0" rIns="0" bIns="0" rtlCol="0">
            <a:noAutofit/>
          </a:bodyPr>
          <a:lstStyle/>
          <a:p>
            <a:r>
              <a:rPr lang="en-US" sz="3000" b="1">
                <a:solidFill>
                  <a:srgbClr val="F7F4EC"/>
                </a:solidFill>
                <a:latin typeface="Inter" panose="020B0604020202020204" charset="0"/>
              </a:rPr>
              <a:t>An accepted version leaves the system</a:t>
            </a:r>
          </a:p>
        </p:txBody>
      </p:sp>
      <p:sp>
        <p:nvSpPr>
          <p:cNvPr id="7" name="TextBox 6">
            <a:extLst>
              <a:ext uri="{FF2B5EF4-FFF2-40B4-BE49-F238E27FC236}">
                <a16:creationId xmlns:a16="http://schemas.microsoft.com/office/drawing/2014/main" id="{E01A7A88-E617-FECA-5C05-2E304BA10D04}"/>
              </a:ext>
            </a:extLst>
          </p:cNvPr>
          <p:cNvSpPr txBox="1"/>
          <p:nvPr/>
        </p:nvSpPr>
        <p:spPr>
          <a:xfrm>
            <a:off x="558800" y="1511300"/>
            <a:ext cx="10922000" cy="571500"/>
          </a:xfrm>
          <a:prstGeom prst="rect">
            <a:avLst/>
          </a:prstGeom>
          <a:noFill/>
        </p:spPr>
        <p:txBody>
          <a:bodyPr vert="horz" wrap="square" lIns="0" tIns="0" rIns="0" bIns="0" rtlCol="0">
            <a:noAutofit/>
          </a:bodyPr>
          <a:lstStyle/>
          <a:p>
            <a:r>
              <a:rPr lang="en-US" sz="1500">
                <a:solidFill>
                  <a:srgbClr val="9AAAC3"/>
                </a:solidFill>
                <a:latin typeface="Inter" panose="020B0604020202020204" charset="0"/>
              </a:rPr>
              <a:t>Markdown export uses the ordered accepted version and carries evidence and unresolved issue labels.</a:t>
            </a:r>
          </a:p>
        </p:txBody>
      </p:sp>
      <p:cxnSp>
        <p:nvCxnSpPr>
          <p:cNvPr id="8" name="Straight Connector 7">
            <a:extLst>
              <a:ext uri="{FF2B5EF4-FFF2-40B4-BE49-F238E27FC236}">
                <a16:creationId xmlns:a16="http://schemas.microsoft.com/office/drawing/2014/main" id="{11A579C6-5A7E-C8CF-729F-C8EC707867C5}"/>
              </a:ext>
            </a:extLst>
          </p:cNvPr>
          <p:cNvCxnSpPr/>
          <p:nvPr/>
        </p:nvCxnSpPr>
        <p:spPr>
          <a:xfrm>
            <a:off x="508000" y="6324600"/>
            <a:ext cx="11176000" cy="0"/>
          </a:xfrm>
          <a:prstGeom prst="line">
            <a:avLst/>
          </a:prstGeom>
          <a:ln w="12700">
            <a:solidFill>
              <a:srgbClr val="22324A"/>
            </a:solidFill>
          </a:ln>
        </p:spPr>
        <p:style>
          <a:lnRef idx="2">
            <a:schemeClr val="accent1"/>
          </a:lnRef>
          <a:fillRef idx="0">
            <a:schemeClr val="accent1"/>
          </a:fillRef>
          <a:effectRef idx="1">
            <a:schemeClr val="accent1"/>
          </a:effectRef>
          <a:fontRef idx="minor">
            <a:schemeClr val="tx1"/>
          </a:fontRef>
        </p:style>
      </p:cxnSp>
      <p:sp>
        <p:nvSpPr>
          <p:cNvPr id="9" name="TextBox 8">
            <a:hlinkClick r:id="rId3" action="ppaction://hlinksldjump"/>
            <a:extLst>
              <a:ext uri="{FF2B5EF4-FFF2-40B4-BE49-F238E27FC236}">
                <a16:creationId xmlns:a16="http://schemas.microsoft.com/office/drawing/2014/main" id="{C85A9F47-5727-20B9-EDCB-E65B09746C77}"/>
              </a:ext>
            </a:extLst>
          </p:cNvPr>
          <p:cNvSpPr txBox="1"/>
          <p:nvPr/>
        </p:nvSpPr>
        <p:spPr>
          <a:xfrm>
            <a:off x="508000" y="6477000"/>
            <a:ext cx="1524000" cy="254000"/>
          </a:xfrm>
          <a:prstGeom prst="rect">
            <a:avLst/>
          </a:prstGeom>
          <a:noFill/>
        </p:spPr>
        <p:txBody>
          <a:bodyPr vert="horz" wrap="square" lIns="0" tIns="0" rIns="0" bIns="0" rtlCol="0">
            <a:noAutofit/>
          </a:bodyPr>
          <a:lstStyle/>
          <a:p>
            <a:r>
              <a:rPr lang="en-US" sz="1100">
                <a:solidFill>
                  <a:srgbClr val="9AAAC3"/>
                </a:solidFill>
                <a:latin typeface="Inter" panose="020B0604020202020204" charset="0"/>
              </a:rPr>
              <a:t>←  PREVIOUS</a:t>
            </a:r>
          </a:p>
        </p:txBody>
      </p:sp>
      <p:sp>
        <p:nvSpPr>
          <p:cNvPr id="10" name="TextBox 9">
            <a:hlinkClick r:id="rId4" action="ppaction://hlinksldjump"/>
            <a:extLst>
              <a:ext uri="{FF2B5EF4-FFF2-40B4-BE49-F238E27FC236}">
                <a16:creationId xmlns:a16="http://schemas.microsoft.com/office/drawing/2014/main" id="{C7823A4B-CCFB-C87E-E6EF-879740453ADE}"/>
              </a:ext>
            </a:extLst>
          </p:cNvPr>
          <p:cNvSpPr txBox="1"/>
          <p:nvPr/>
        </p:nvSpPr>
        <p:spPr>
          <a:xfrm>
            <a:off x="5207000" y="6477000"/>
            <a:ext cx="1778000" cy="254000"/>
          </a:xfrm>
          <a:prstGeom prst="rect">
            <a:avLst/>
          </a:prstGeom>
          <a:noFill/>
        </p:spPr>
        <p:txBody>
          <a:bodyPr vert="horz" wrap="square" lIns="0" tIns="0" rIns="0" bIns="0" rtlCol="0">
            <a:noAutofit/>
          </a:bodyPr>
          <a:lstStyle/>
          <a:p>
            <a:pPr algn="ctr"/>
            <a:r>
              <a:rPr lang="en-US" sz="1100" b="1">
                <a:solidFill>
                  <a:srgbClr val="53D9E9"/>
                </a:solidFill>
                <a:latin typeface="Inter" panose="020B0604020202020204" charset="0"/>
              </a:rPr>
              <a:t>SYSTEM MAP</a:t>
            </a:r>
          </a:p>
        </p:txBody>
      </p:sp>
      <p:sp>
        <p:nvSpPr>
          <p:cNvPr id="11" name="TextBox 10">
            <a:extLst>
              <a:ext uri="{FF2B5EF4-FFF2-40B4-BE49-F238E27FC236}">
                <a16:creationId xmlns:a16="http://schemas.microsoft.com/office/drawing/2014/main" id="{DECAF4B3-88EA-373C-7D96-73BE5D633E70}"/>
              </a:ext>
            </a:extLst>
          </p:cNvPr>
          <p:cNvSpPr txBox="1"/>
          <p:nvPr/>
        </p:nvSpPr>
        <p:spPr>
          <a:xfrm>
            <a:off x="5969000" y="203200"/>
            <a:ext cx="508000" cy="228600"/>
          </a:xfrm>
          <a:prstGeom prst="rect">
            <a:avLst/>
          </a:prstGeom>
          <a:noFill/>
        </p:spPr>
        <p:txBody>
          <a:bodyPr vert="horz" wrap="square" lIns="0" tIns="0" rIns="0" bIns="0" rtlCol="0">
            <a:noAutofit/>
          </a:bodyPr>
          <a:lstStyle/>
          <a:p>
            <a:pPr algn="ctr"/>
            <a:r>
              <a:rPr lang="en-US" sz="1000">
                <a:solidFill>
                  <a:srgbClr val="9AAAC3"/>
                </a:solidFill>
                <a:latin typeface="Inter" panose="020B0604020202020204" charset="0"/>
              </a:rPr>
              <a:t>10</a:t>
            </a:r>
          </a:p>
        </p:txBody>
      </p:sp>
      <p:sp>
        <p:nvSpPr>
          <p:cNvPr id="12" name="Rectangle: Rounded Corners 11">
            <a:extLst>
              <a:ext uri="{FF2B5EF4-FFF2-40B4-BE49-F238E27FC236}">
                <a16:creationId xmlns:a16="http://schemas.microsoft.com/office/drawing/2014/main" id="{CB853837-B0F1-20BC-A791-AAF14344237F}"/>
              </a:ext>
            </a:extLst>
          </p:cNvPr>
          <p:cNvSpPr/>
          <p:nvPr/>
        </p:nvSpPr>
        <p:spPr>
          <a:xfrm>
            <a:off x="762000" y="2413000"/>
            <a:ext cx="4127500" cy="3098800"/>
          </a:xfrm>
          <a:prstGeom prst="roundRect">
            <a:avLst>
              <a:gd name="adj" fmla="val 6000"/>
            </a:avLst>
          </a:prstGeom>
          <a:solidFill>
            <a:srgbClr val="F7F4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EA0D2FE-57BF-C432-EC2F-3DAB6E6F374A}"/>
              </a:ext>
            </a:extLst>
          </p:cNvPr>
          <p:cNvSpPr txBox="1"/>
          <p:nvPr/>
        </p:nvSpPr>
        <p:spPr>
          <a:xfrm>
            <a:off x="1054100" y="2679700"/>
            <a:ext cx="3429000" cy="444500"/>
          </a:xfrm>
          <a:prstGeom prst="rect">
            <a:avLst/>
          </a:prstGeom>
          <a:noFill/>
        </p:spPr>
        <p:txBody>
          <a:bodyPr vert="horz" wrap="square" lIns="0" tIns="0" rIns="0" bIns="0" rtlCol="0">
            <a:noAutofit/>
          </a:bodyPr>
          <a:lstStyle/>
          <a:p>
            <a:r>
              <a:rPr lang="en-US" b="1">
                <a:solidFill>
                  <a:srgbClr val="0B1220"/>
                </a:solidFill>
                <a:latin typeface="Inter" panose="020B0604020202020204" charset="0"/>
              </a:rPr>
              <a:t>MANUSCRIPT.md</a:t>
            </a:r>
          </a:p>
        </p:txBody>
      </p:sp>
      <p:cxnSp>
        <p:nvCxnSpPr>
          <p:cNvPr id="14" name="Straight Connector 13">
            <a:extLst>
              <a:ext uri="{FF2B5EF4-FFF2-40B4-BE49-F238E27FC236}">
                <a16:creationId xmlns:a16="http://schemas.microsoft.com/office/drawing/2014/main" id="{612BFFBC-0EA0-C779-D05F-D8AD62ABEB52}"/>
              </a:ext>
            </a:extLst>
          </p:cNvPr>
          <p:cNvCxnSpPr/>
          <p:nvPr/>
        </p:nvCxnSpPr>
        <p:spPr>
          <a:xfrm>
            <a:off x="1066800" y="3467100"/>
            <a:ext cx="3378200" cy="0"/>
          </a:xfrm>
          <a:prstGeom prst="line">
            <a:avLst/>
          </a:prstGeom>
          <a:ln w="38100">
            <a:solidFill>
              <a:srgbClr val="9AAAC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A9C50F3-60C3-5812-A536-A514EC4F0C2C}"/>
              </a:ext>
            </a:extLst>
          </p:cNvPr>
          <p:cNvCxnSpPr/>
          <p:nvPr/>
        </p:nvCxnSpPr>
        <p:spPr>
          <a:xfrm>
            <a:off x="1066800" y="3810000"/>
            <a:ext cx="3378200" cy="0"/>
          </a:xfrm>
          <a:prstGeom prst="line">
            <a:avLst/>
          </a:prstGeom>
          <a:ln w="38100">
            <a:solidFill>
              <a:srgbClr val="9AAAC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DC66FF9-1E33-0CF1-A411-FD6970ED63D7}"/>
              </a:ext>
            </a:extLst>
          </p:cNvPr>
          <p:cNvCxnSpPr/>
          <p:nvPr/>
        </p:nvCxnSpPr>
        <p:spPr>
          <a:xfrm>
            <a:off x="1066800" y="4152900"/>
            <a:ext cx="3378200" cy="0"/>
          </a:xfrm>
          <a:prstGeom prst="line">
            <a:avLst/>
          </a:prstGeom>
          <a:ln w="38100">
            <a:solidFill>
              <a:srgbClr val="9AAAC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7317DA3-AE5E-2464-F311-514D34B39B04}"/>
              </a:ext>
            </a:extLst>
          </p:cNvPr>
          <p:cNvCxnSpPr/>
          <p:nvPr/>
        </p:nvCxnSpPr>
        <p:spPr>
          <a:xfrm>
            <a:off x="1066800" y="4495800"/>
            <a:ext cx="3378200" cy="0"/>
          </a:xfrm>
          <a:prstGeom prst="line">
            <a:avLst/>
          </a:prstGeom>
          <a:ln w="38100">
            <a:solidFill>
              <a:srgbClr val="9AAAC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2E9A6AD-4902-6FE4-8DC5-43A597FA873D}"/>
              </a:ext>
            </a:extLst>
          </p:cNvPr>
          <p:cNvCxnSpPr/>
          <p:nvPr/>
        </p:nvCxnSpPr>
        <p:spPr>
          <a:xfrm>
            <a:off x="1066800" y="4838700"/>
            <a:ext cx="3378200" cy="0"/>
          </a:xfrm>
          <a:prstGeom prst="line">
            <a:avLst/>
          </a:prstGeom>
          <a:ln w="38100">
            <a:solidFill>
              <a:srgbClr val="9AAAC3"/>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A3BE7816-3CC0-58B8-5CD0-0ECD69A6BA38}"/>
              </a:ext>
            </a:extLst>
          </p:cNvPr>
          <p:cNvSpPr/>
          <p:nvPr/>
        </p:nvSpPr>
        <p:spPr>
          <a:xfrm>
            <a:off x="5410200" y="3695700"/>
            <a:ext cx="558800" cy="558800"/>
          </a:xfrm>
          <a:prstGeom prst="ellipse">
            <a:avLst/>
          </a:prstGeom>
          <a:solidFill>
            <a:srgbClr val="A6E8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6D791A1-2C1C-0665-0F52-CFF4E92ACB07}"/>
              </a:ext>
            </a:extLst>
          </p:cNvPr>
          <p:cNvSpPr txBox="1"/>
          <p:nvPr/>
        </p:nvSpPr>
        <p:spPr>
          <a:xfrm>
            <a:off x="5511800" y="3733800"/>
            <a:ext cx="381000" cy="406400"/>
          </a:xfrm>
          <a:prstGeom prst="rect">
            <a:avLst/>
          </a:prstGeom>
          <a:noFill/>
        </p:spPr>
        <p:txBody>
          <a:bodyPr vert="horz" wrap="square" lIns="0" tIns="0" rIns="0" bIns="0" rtlCol="0">
            <a:noAutofit/>
          </a:bodyPr>
          <a:lstStyle/>
          <a:p>
            <a:pPr algn="ctr"/>
            <a:r>
              <a:rPr lang="en-US" sz="2500" b="1">
                <a:solidFill>
                  <a:srgbClr val="0B1220"/>
                </a:solidFill>
                <a:latin typeface="Inter" panose="020B0604020202020204" charset="0"/>
              </a:rPr>
              <a:t>✓</a:t>
            </a:r>
          </a:p>
        </p:txBody>
      </p:sp>
      <p:sp>
        <p:nvSpPr>
          <p:cNvPr id="21" name="TextBox 20">
            <a:extLst>
              <a:ext uri="{FF2B5EF4-FFF2-40B4-BE49-F238E27FC236}">
                <a16:creationId xmlns:a16="http://schemas.microsoft.com/office/drawing/2014/main" id="{28291E48-9AC4-E0B4-9583-78BBECE8B129}"/>
              </a:ext>
            </a:extLst>
          </p:cNvPr>
          <p:cNvSpPr txBox="1"/>
          <p:nvPr/>
        </p:nvSpPr>
        <p:spPr>
          <a:xfrm>
            <a:off x="6248400" y="2755900"/>
            <a:ext cx="4635500" cy="558800"/>
          </a:xfrm>
          <a:prstGeom prst="rect">
            <a:avLst/>
          </a:prstGeom>
          <a:noFill/>
        </p:spPr>
        <p:txBody>
          <a:bodyPr vert="horz" wrap="square" lIns="0" tIns="0" rIns="0" bIns="0" rtlCol="0">
            <a:noAutofit/>
          </a:bodyPr>
          <a:lstStyle/>
          <a:p>
            <a:r>
              <a:rPr lang="en-US" sz="2500" b="1">
                <a:solidFill>
                  <a:srgbClr val="F7F4EC"/>
                </a:solidFill>
                <a:latin typeface="Inter" panose="020B0604020202020204" charset="0"/>
              </a:rPr>
              <a:t>Accepted version</a:t>
            </a:r>
          </a:p>
        </p:txBody>
      </p:sp>
      <p:sp>
        <p:nvSpPr>
          <p:cNvPr id="22" name="TextBox 21">
            <a:extLst>
              <a:ext uri="{FF2B5EF4-FFF2-40B4-BE49-F238E27FC236}">
                <a16:creationId xmlns:a16="http://schemas.microsoft.com/office/drawing/2014/main" id="{277A7B9D-8846-C432-FBC5-375798F19784}"/>
              </a:ext>
            </a:extLst>
          </p:cNvPr>
          <p:cNvSpPr txBox="1"/>
          <p:nvPr/>
        </p:nvSpPr>
        <p:spPr>
          <a:xfrm>
            <a:off x="6273800" y="3543300"/>
            <a:ext cx="4635500" cy="1460500"/>
          </a:xfrm>
          <a:prstGeom prst="rect">
            <a:avLst/>
          </a:prstGeom>
          <a:noFill/>
        </p:spPr>
        <p:txBody>
          <a:bodyPr vert="horz" wrap="square" lIns="0" tIns="0" rIns="0" bIns="0" rtlCol="0">
            <a:noAutofit/>
          </a:bodyPr>
          <a:lstStyle/>
          <a:p>
            <a:r>
              <a:rPr lang="en-US">
                <a:solidFill>
                  <a:srgbClr val="9AAAC3"/>
                </a:solidFill>
                <a:latin typeface="Inter" panose="020B0604020202020204" charset="0"/>
              </a:rPr>
              <a:t>Ordered chapters
Approved bible + evidence
Unresolved issues labeled</a:t>
            </a:r>
          </a:p>
        </p:txBody>
      </p:sp>
      <p:sp>
        <p:nvSpPr>
          <p:cNvPr id="23" name="TextBox 22">
            <a:hlinkClick r:id="rId4" action="ppaction://hlinksldjump"/>
            <a:extLst>
              <a:ext uri="{FF2B5EF4-FFF2-40B4-BE49-F238E27FC236}">
                <a16:creationId xmlns:a16="http://schemas.microsoft.com/office/drawing/2014/main" id="{FABB7852-75BD-FA05-F611-64768BDE6392}"/>
              </a:ext>
            </a:extLst>
          </p:cNvPr>
          <p:cNvSpPr txBox="1"/>
          <p:nvPr/>
        </p:nvSpPr>
        <p:spPr>
          <a:xfrm>
            <a:off x="6261100" y="5372100"/>
            <a:ext cx="4572000" cy="381000"/>
          </a:xfrm>
          <a:prstGeom prst="rect">
            <a:avLst/>
          </a:prstGeom>
          <a:noFill/>
        </p:spPr>
        <p:txBody>
          <a:bodyPr vert="horz" wrap="square" lIns="0" tIns="0" rIns="0" bIns="0" rtlCol="0">
            <a:noAutofit/>
          </a:bodyPr>
          <a:lstStyle/>
          <a:p>
            <a:r>
              <a:rPr lang="en-US" sz="1600" b="1">
                <a:solidFill>
                  <a:srgbClr val="53D9E9"/>
                </a:solidFill>
                <a:latin typeface="Inter" panose="020B0604020202020204" charset="0"/>
              </a:rPr>
              <a:t>REPLAY THE SYSTEM MAP  →</a:t>
            </a:r>
          </a:p>
        </p:txBody>
      </p:sp>
    </p:spTree>
    <p:extLst>
      <p:ext uri="{BB962C8B-B14F-4D97-AF65-F5344CB8AC3E}">
        <p14:creationId xmlns:p14="http://schemas.microsoft.com/office/powerpoint/2010/main" val="981146405"/>
      </p:ext>
    </p:extLst>
  </p:cSld>
  <p:clrMapOvr>
    <a:masterClrMapping/>
  </p:clrMapOvr>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1957</TotalTime>
  <Words>1773</Words>
  <Application>Microsoft Office PowerPoint</Application>
  <PresentationFormat>Widescreen</PresentationFormat>
  <Paragraphs>182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Inter</vt:lpstr>
      <vt:lpstr>Aptos</vt:lpstr>
      <vt:lpstr>Inter SemiBold</vt:lpstr>
      <vt:lpstr>Arial</vt:lpstr>
      <vt:lpstr>Inter Medium</vt:lpstr>
      <vt:lpstr>Default Codex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Emmanuel De Jesus</cp:lastModifiedBy>
  <cp:revision>1</cp:revision>
  <dcterms:modified xsi:type="dcterms:W3CDTF">2026-10-26T14:25:22Z</dcterms:modified>
</cp:coreProperties>
</file>